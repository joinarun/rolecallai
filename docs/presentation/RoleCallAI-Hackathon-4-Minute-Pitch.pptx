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cf87837185a44b6" /><Relationship Type="http://schemas.openxmlformats.org/officeDocument/2006/relationships/extended-properties" Target="/docProps/app.xml" Id="R73f1382f783f420c" /><Relationship Type="http://schemas.openxmlformats.org/officeDocument/2006/relationships/officeDocument" Target="/ppt/presentation.xml" Id="R1c60d8c4061d4665" /></Relationships>
</file>

<file path=ppt/presentation.xml><?xml version="1.0" encoding="utf-8"?>
<p:presentation xmlns:p="http://schemas.openxmlformats.org/presentationml/2006/main">
  <p:sldMasterIdLst>
    <p:sldMasterId xmlns:r="http://schemas.openxmlformats.org/officeDocument/2006/relationships" id="2147483648" r:id="Raff55409c53b48e1"/>
  </p:sldMasterIdLst>
  <p:notesMasterIdLst>
    <p:notesMasterId xmlns:r="http://schemas.openxmlformats.org/officeDocument/2006/relationships" r:id="R89205bc5041e4a92"/>
  </p:notesMasterIdLst>
  <p:sldIdLst>
    <p:sldId xmlns:r="http://schemas.openxmlformats.org/officeDocument/2006/relationships" id="256" r:id="R9c9c14eca53a4555"/>
    <p:sldId xmlns:r="http://schemas.openxmlformats.org/officeDocument/2006/relationships" id="257" r:id="R6299c5bb4d6044ec"/>
    <p:sldId xmlns:r="http://schemas.openxmlformats.org/officeDocument/2006/relationships" id="258" r:id="Rf178d476e82e41d7"/>
    <p:sldId xmlns:r="http://schemas.openxmlformats.org/officeDocument/2006/relationships" id="259" r:id="R688348b7b4ee4b8f"/>
    <p:sldId xmlns:r="http://schemas.openxmlformats.org/officeDocument/2006/relationships" id="260" r:id="R943c052e865a42b6"/>
    <p:sldId xmlns:r="http://schemas.openxmlformats.org/officeDocument/2006/relationships" id="261" r:id="Rffdbc62db9fa4bcf"/>
    <p:sldId xmlns:r="http://schemas.openxmlformats.org/officeDocument/2006/relationships" id="262" r:id="R022a34bcedf840a1"/>
    <p:sldId xmlns:r="http://schemas.openxmlformats.org/officeDocument/2006/relationships" id="263" r:id="R7fa8df70efb745e6"/>
    <p:sldId xmlns:r="http://schemas.openxmlformats.org/officeDocument/2006/relationships" id="264" r:id="R0c9dac12852244b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682b77455723420b" /><Relationship Type="http://schemas.openxmlformats.org/officeDocument/2006/relationships/slideMaster" Target="/ppt/slideMasters/slideMaster1.xml" Id="Raff55409c53b48e1" /><Relationship Type="http://schemas.openxmlformats.org/officeDocument/2006/relationships/notesMaster" Target="/ppt/notesMasters/notesMaster1.xml" Id="R89205bc5041e4a92" /><Relationship Type="http://schemas.openxmlformats.org/officeDocument/2006/relationships/presProps" Target="/ppt/presProps.xml" Id="R1839b1f0f3b1456d" /><Relationship Type="http://schemas.openxmlformats.org/officeDocument/2006/relationships/viewProps" Target="/ppt/viewProps.xml" Id="R38247420fb2b4857" /><Relationship Type="http://schemas.openxmlformats.org/officeDocument/2006/relationships/tableStyles" Target="/ppt/tableStyles.xml" Id="Ra75944e1176841a5" /><Relationship Type="http://schemas.openxmlformats.org/officeDocument/2006/relationships/slide" Target="/ppt/slides/slide1.xml" Id="R9c9c14eca53a4555" /><Relationship Type="http://schemas.openxmlformats.org/officeDocument/2006/relationships/slide" Target="/ppt/slides/slide2.xml" Id="R6299c5bb4d6044ec" /><Relationship Type="http://schemas.openxmlformats.org/officeDocument/2006/relationships/slide" Target="/ppt/slides/slide3.xml" Id="Rf178d476e82e41d7" /><Relationship Type="http://schemas.openxmlformats.org/officeDocument/2006/relationships/slide" Target="/ppt/slides/slide4.xml" Id="R688348b7b4ee4b8f" /><Relationship Type="http://schemas.openxmlformats.org/officeDocument/2006/relationships/slide" Target="/ppt/slides/slide5.xml" Id="R943c052e865a42b6" /><Relationship Type="http://schemas.openxmlformats.org/officeDocument/2006/relationships/slide" Target="/ppt/slides/slide6.xml" Id="Rffdbc62db9fa4bcf" /><Relationship Type="http://schemas.openxmlformats.org/officeDocument/2006/relationships/slide" Target="/ppt/slides/slide7.xml" Id="R022a34bcedf840a1" /><Relationship Type="http://schemas.openxmlformats.org/officeDocument/2006/relationships/slide" Target="/ppt/slides/slide8.xml" Id="R7fa8df70efb745e6" /><Relationship Type="http://schemas.openxmlformats.org/officeDocument/2006/relationships/slide" Target="/ppt/slides/slide9.xml" Id="R0c9dac12852244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0cd0c46d434c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une">
  <a:themeElements>
    <a:clrScheme name="Dune">
      <a:dk1>
        <a:srgbClr val="131313"/>
      </a:dk1>
      <a:lt1>
        <a:sysClr val="window" lastClr="FFFFFF"/>
      </a:lt1>
      <a:dk2>
        <a:srgbClr val="272D2B"/>
      </a:dk2>
      <a:lt2>
        <a:srgbClr val="F0EDE6"/>
      </a:lt2>
      <a:accent1>
        <a:srgbClr val="647E6B"/>
      </a:accent1>
      <a:accent2>
        <a:srgbClr val="476262"/>
      </a:accent2>
      <a:accent3>
        <a:srgbClr val="9B8C69"/>
      </a:accent3>
      <a:accent4>
        <a:srgbClr val="BA988C"/>
      </a:accent4>
      <a:accent5>
        <a:srgbClr val="A27C7C"/>
      </a:accent5>
      <a:accent6>
        <a:srgbClr val="79958B"/>
      </a:accent6>
      <a:hlink>
        <a:srgbClr val="476262"/>
      </a:hlink>
      <a:folHlink>
        <a:srgbClr val="A27C7C"/>
      </a:folHlink>
    </a:clrScheme>
    <a:fontScheme name="Neue Haas">
      <a:majorFont>
        <a:latin typeface="Neue Haas Grotesk Text Pro"/>
        <a:ea typeface=""/>
        <a:cs typeface=""/>
      </a:majorFont>
      <a:minorFont>
        <a:latin typeface="Neue Haas Grotesk Text Pro"/>
        <a:ea typeface=""/>
        <a:cs typeface=""/>
      </a:minorFont>
    </a:fontScheme>
    <a:fmtScheme name="Dun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42256968cb4749" /><Relationship Type="http://schemas.openxmlformats.org/officeDocument/2006/relationships/notesMaster" Target="/ppt/notesMasters/notesMaster1.xml" Id="Rf70381786ca545b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c1d274412184f87" /><Relationship Type="http://schemas.openxmlformats.org/officeDocument/2006/relationships/notesMaster" Target="/ppt/notesMasters/notesMaster1.xml" Id="R6fd4969c2e984f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4aa4d909fd4533" /><Relationship Type="http://schemas.openxmlformats.org/officeDocument/2006/relationships/notesMaster" Target="/ppt/notesMasters/notesMaster1.xml" Id="Ra28459da1e5c4c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675bd6c6fb64239" /><Relationship Type="http://schemas.openxmlformats.org/officeDocument/2006/relationships/notesMaster" Target="/ppt/notesMasters/notesMaster1.xml" Id="Rbf9feb8b83944680" /></Relationships>
</file>

<file path=ppt/notesSlides/_rels/notesSlide5.xml.rels>&#65279;<?xml version="1.0" encoding="utf-8"?><Relationships xmlns="http://schemas.openxmlformats.org/package/2006/relationships"><Relationship Type="http://schemas.openxmlformats.org/officeDocument/2006/relationships/slide" Target="/ppt/slides/slide5.xml" Id="R8206ef689e8c4d69" /><Relationship Type="http://schemas.openxmlformats.org/officeDocument/2006/relationships/notesMaster" Target="/ppt/notesMasters/notesMaster1.xml" Id="Rdf02b2cb1f7543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22b79057834a23" /><Relationship Type="http://schemas.openxmlformats.org/officeDocument/2006/relationships/notesMaster" Target="/ppt/notesMasters/notesMaster1.xml" Id="R7a8951e8c8eb455d" /></Relationships>
</file>

<file path=ppt/notesSlides/_rels/notesSlide7.xml.rels>&#65279;<?xml version="1.0" encoding="utf-8"?><Relationships xmlns="http://schemas.openxmlformats.org/package/2006/relationships"><Relationship Type="http://schemas.openxmlformats.org/officeDocument/2006/relationships/slide" Target="/ppt/slides/slide7.xml" Id="Rf00f32f5d729451b" /><Relationship Type="http://schemas.openxmlformats.org/officeDocument/2006/relationships/notesMaster" Target="/ppt/notesMasters/notesMaster1.xml" Id="R711ee96d909c4b84" /></Relationships>
</file>

<file path=ppt/notesSlides/_rels/notesSlide8.xml.rels>&#65279;<?xml version="1.0" encoding="utf-8"?><Relationships xmlns="http://schemas.openxmlformats.org/package/2006/relationships"><Relationship Type="http://schemas.openxmlformats.org/officeDocument/2006/relationships/slide" Target="/ppt/slides/slide8.xml" Id="R59d2ed6006964240" /><Relationship Type="http://schemas.openxmlformats.org/officeDocument/2006/relationships/notesMaster" Target="/ppt/notesMasters/notesMaster1.xml" Id="R2ee7f8f9f0ab412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15fed4a1ee2469f" /><Relationship Type="http://schemas.openxmlformats.org/officeDocument/2006/relationships/notesMaster" Target="/ppt/notesMasters/notesMaster1.xml" Id="R0c221491421c45c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Hi my name is Arun Kumar. My project is called </a:t>
            </a:r>
            <a:r>
              <a:t>RoleCall</a:t>
            </a:r>
            <a:r>
              <a:t> AI</a:t>
            </a:r>
            <a:endParaRPr/>
          </a:p>
          <a:p xmlns:a="http://schemas.openxmlformats.org/drawingml/2006/main">
            <a:r>
              <a:t>
Open on the collaboration problem: RoleCallAI is a meeting participant that can lead, remember and act.
[Sources]
- README.md
- https://allthingsagentichackathon.devpost.com/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normal meeting there are deviations from the core topic, p</a:t>
            </a:r>
            <a:r>
              <a:t>articipation becomes uneven, context gets lost between sessions, and follow-through becomes another manual chore. </a:t>
            </a:r>
            <a:endParaRPr/>
          </a:p>
          <a:p xmlns:a="http://schemas.openxmlformats.org/drawingml/2006/main">
            <a:r>
              <a:t>Is there an AI Voice Agent which can solve this ?</a:t>
            </a:r>
            <a:endParaRPr/>
          </a:p>
          <a:p xmlns:a="http://schemas.openxmlformats.org/drawingml/2006/main">
            <a:pPr marL="0" marR="0" lvl="0" indent="0" algn="l" defTabSz="914400">
              <a:lnSpc>
                <a:spcPct val="100000"/>
              </a:lnSpc>
              <a:spcBef>
                <a:spcPts val="0"/>
              </a:spcBef>
              <a:spcAft>
                <a:spcPts val="0"/>
              </a:spcAft>
              <a:buClrTx/>
              <a:buSzTx/>
              <a:buFontTx/>
              <a:buNone/>
            </a:pPr>
            <a:r>
              <a:rPr sz="1200">
                <a:solidFill>
                  <a:schemeClr val="bg1"/>
                </a:solidFill>
                <a:latin typeface="Helvetica Neue"/>
                <a:ea typeface="Helvetica Neue"/>
                <a:cs typeface="Helvetica Neue"/>
              </a:rPr>
              <a:t>Most voice AI agents are designed for one-to-one conversations. There is no Voice AI agent in the market which interacts in a group meeting.</a:t>
            </a:r>
            <a:endParaRPr sz="1200" b="1">
              <a:solidFill>
                <a:schemeClr val="bg1"/>
              </a:solidFill>
              <a:latin typeface="Helvetica Neue"/>
              <a:ea typeface="Helvetica Neue"/>
              <a:cs typeface="Helvetica Neue"/>
            </a:endParaRPr>
          </a:p>
          <a:p xmlns:a="http://schemas.openxmlformats.org/drawingml/2006/main">
            <a:endParaRPr/>
          </a:p>
          <a:p xmlns:a="http://schemas.openxmlformats.org/drawingml/2006/main">
            <a:r>
              <a:t>
Most voice agents optimize one-to-one dialogue; meetings additionally need fair participation, time control and follow-through.
[Sources]
- README.md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Meet </a:t>
            </a:r>
            <a:r>
              <a:t>RoleCallAI</a:t>
            </a:r>
            <a:r>
              <a:t>: a real-time voice agent that does more than an 1:1 chat agent. It leads the meeting, gives every person the floor, remembers prior commitments, and turns the conversation into clear next step action items.</a:t>
            </a:r>
            <a:endParaRPr/>
          </a:p>
          <a:p xmlns:a="http://schemas.openxmlformats.org/drawingml/2006/main">
            <a:r>
              <a:t>
The product promise is focused facilitation, cross-meeting continuity and structured action—not open-ended conversation.
[Sources]
- README.md
- docs/ARCHITECTURE.md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
During the live demo, call out the soft lobby track, then show that it stops before the agent rotates the floor by name.
[Sources]
- docs/REPRODUCIBLE_TESTING.md
- docs/LYRIA.md
- https://docs.cloud.google.com/gemini-enterprise-agent-platform/models/lyria/lyria-3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br/>
            <a:r>
              <a:t>In the demo we saw how the AI Voice agent started the conversation , gave each participants a turn to speak , it acknowledged what the said, it even corelated the blockers and summarized the entire meeting with action items. Later a meeting summary was posted a text with meeting analytics and info. </a:t>
            </a:r>
            <a:br/>
            <a:br/>
            <a:r>
              <a:t>This is just one small example , the host of the meeting can choose the role of the AI agent from the given templates or can create a new one based on his requirement.</a:t>
            </a:r>
          </a:p>
          <a:p xmlns:a="http://schemas.openxmlformats.org/drawingml/2006/main">
            <a:r>
              <a:t>There are 12 ready made templates available to name a few: Scrum master, Fun Friday organizer , Brainstorming Facilitator , Town Hall moderator , Incident Response Coordinator and so on.</a:t>
            </a:r>
            <a:endParaRPr/>
          </a:p>
          <a:p xmlns:a="http://schemas.openxmlformats.org/drawingml/2006/main">
            <a:r>
              <a:t>
The same controller supports twelve professional presets plus custom instructions while preserving one safety and timing framework.
[Sources]
- README.md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I built </a:t>
            </a:r>
            <a:r>
              <a:t>rolecall</a:t>
            </a:r>
            <a:r>
              <a:t> AI  for this hackathon under the Collaborative Partner track using Gemini Live native-audio model, Google ADK, and several other Google Cloud services.</a:t>
            </a:r>
          </a:p>
          <a:p xmlns:a="http://schemas.openxmlformats.org/drawingml/2006/main">
            <a:endParaRPr/>
          </a:p>
          <a:p xmlns:a="http://schemas.openxmlformats.org/drawingml/2006/main">
            <a:r>
              <a:t>The architecture separates judgment from control. Browser audio flows through </a:t>
            </a:r>
            <a:r>
              <a:t>LiveKit</a:t>
            </a:r>
            <a:r>
              <a:t> on GKE to an ADK worker and Gemini Live. Gemini can propose what to say or which tool to call, but it cannot decide who may publish, change room scope, or bypass the meeting lifecycle. Cloud Run serves the web and API, </a:t>
            </a:r>
            <a:r>
              <a:t>Firestore</a:t>
            </a:r>
            <a:r>
              <a:t> stores finalized meeting data, Memory Bank preserves selected cross-session facts, and Pub/Sub triggers post-processing.</a:t>
            </a:r>
          </a:p>
          <a:p xmlns:a="http://schemas.openxmlformats.org/drawingml/2006/main">
            <a:r>
              <a:t>
The architecture combines deterministic floor control with Gemini judgment. Lyria appears only as a one-time build asset; it never receives meeting data.
[Sources]
- docs/ARCHITECTURE.md
- docs/LYRIA.md
- https://docs.cloud.google.com/gemini-enterprise-agent-platform/models/music/generate-music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This is a working development deployment, not a prototype screen. It supports twelve facilitator presets plus custom instructions, from stand-ups and retrospectives to workshops and incident response. Rooms support two to ten people, mobile browsers, reconnect recovery, delegated end controls, and ninety-day recap retention. Raw audio remains memory-only, so the useful output is retained without turning every meeting into an audio archive.</a:t>
            </a:r>
          </a:p>
          <a:p xmlns:a="http://schemas.openxmlformats.org/drawingml/2006/main">
            <a:endParaRPr/>
          </a:p>
          <a:p xmlns:a="http://schemas.openxmlformats.org/drawingml/2006/main">
            <a:r>
              <a:t>
Production discipline includes no raw-audio persistence and an explicit creative-model cost boundary: one Lyria request, then static serving.
[Sources]
- docs/DEPLOYMENT.md
- docs/LYRIA.md
- infra/terraform/COST_ESTIMATE.md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
The next step is integration depth—tools, meeting platforms, multilingual voice and enterprise governance—without weakening deterministic control.
[Sources]
- docs/HACKATHON.md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 xmlns:a="http://schemas.openxmlformats.org/drawingml/2006/main">
            <a:r>
              <a:t>
Close by resolving the opening tension: AI can lead a group conversation forward when judgment and control are deliberately separated.
[Sources]
- README.md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76eeb288c0493a" /><Relationship Type="http://schemas.openxmlformats.org/officeDocument/2006/relationships/image" Target="/ppt/media/image.jpeg" Id="R03d0deab0c8543f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cdf40375d8b4d5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226fc008b37402f" /><Relationship Type="http://schemas.openxmlformats.org/officeDocument/2006/relationships/image" Target="/ppt/media/image2.jpeg" Id="R13651bd5bfe842b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b04f2a51005457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d07e931c3a943c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94363ed0a8445f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cdd2a8617a545e3" /><Relationship Type="http://schemas.openxmlformats.org/officeDocument/2006/relationships/image" Target="/ppt/media/image3.jpeg" Id="R115383b4925b4ec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a30d8a9887f4f7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29648f3010a4f2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87c62a264e043e1" /><Relationship Type="http://schemas.openxmlformats.org/officeDocument/2006/relationships/image" Target="/ppt/media/image4.jpeg" Id="R3c5ed943f81f4b8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024776103bb4eb4" /><Relationship Type="http://schemas.openxmlformats.org/officeDocument/2006/relationships/image" Target="/ppt/media/image5.jpeg" Id="Rfbae0adda9204585"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2f3d088fde4c4752" /><Relationship Type="http://schemas.openxmlformats.org/officeDocument/2006/relationships/image" Target="/ppt/media/image5.jpeg" Id="Rac4b6589760b4ce7"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3627a82839aa41db" /><Relationship Type="http://schemas.openxmlformats.org/officeDocument/2006/relationships/image" Target="/ppt/media/image2.jpeg" Id="R644087c8eff849d9"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62cb88d879c347e9" /><Relationship Type="http://schemas.openxmlformats.org/officeDocument/2006/relationships/image" Target="/ppt/media/image5.jpeg" Id="Re8993dce8044408d"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6628418d3ed74707" /><Relationship Type="http://schemas.openxmlformats.org/officeDocument/2006/relationships/image" Target="/ppt/media/image2.jpeg" Id="Re10b3769ac4c48e7"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3b30ed64324e4685" /><Relationship Type="http://schemas.openxmlformats.org/officeDocument/2006/relationships/image" Target="/ppt/media/image6.jpeg" Id="R0bcb89308f644bda"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d4517978fa9842cb" /><Relationship Type="http://schemas.openxmlformats.org/officeDocument/2006/relationships/image" Target="/ppt/media/image3.jpeg" Id="R28d644c6cbd14027"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5781100802724e1d" /><Relationship Type="http://schemas.openxmlformats.org/officeDocument/2006/relationships/image" Target="/ppt/media/image3.jpeg" Id="Rad3f43d2f44b4a51"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4f66ed84bbd245d1"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dde4802848164750"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3570f7e315eb488a"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ff5ab1d46b054b1e"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41a0e49075e645c6"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1.xml" Id="R752fadf553444031"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1.xml" Id="Rb8480ca8085e4d8b"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1.xml" Id="R3fc3265d05034948"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1.xml" Id="R279351ce07f3452e"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1.xml" Id="Rf93b10d2deb149e7" /></Relationships>
</file>

<file path=ppt/slideLayouts/slideLayout1.xml><?xml version="1.0" encoding="utf-8"?>
<p:sldLayout xmlns:p="http://schemas.openxmlformats.org/presentationml/2006/main" preserve="1">
  <p:cSld name="Title with Picture">
    <p:bg>
      <p:bgRef idx="1001">
        <a:schemeClr xmlns:a="http://schemas.openxmlformats.org/drawingml/2006/main" val="bg1"/>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4336E9A-8E96-CD8C-7598-F87632CD81CF}"/>
              </a:ext>
            </a:extLst>
          </p:cNvPr>
          <p:cNvSpPr>
            <a:spLocks xmlns:a="http://schemas.openxmlformats.org/drawingml/2006/main" noGrp="1"/>
          </p:cNvSpPr>
          <p:nvPr>
            <p:ph type="ctrTitle" idx="0"/>
          </p:nvPr>
        </p:nvSpPr>
        <p:spPr>
          <a:xfrm xmlns:a="http://schemas.openxmlformats.org/drawingml/2006/main">
            <a:off x="182880" y="5176159"/>
            <a:ext cx="11640312" cy="845493"/>
          </a:xfrm>
        </p:spPr>
        <p:txBody>
          <a:bodyPr xmlns:a="http://schemas.openxmlformats.org/drawingml/2006/main" vert="horz" lIns="91440" tIns="45720" rIns="91440" bIns="45720" anchor="b">
            <a:normAutofit/>
          </a:bodyPr>
          <a:lstStyle xmlns:a="http://schemas.openxmlformats.org/drawingml/2006/main">
            <a:lvl1pPr>
              <a:buNone/>
              <a:defRPr sz="4400">
                <a:solidFill>
                  <a:schemeClr val="tx2"/>
                </a:solidFill>
              </a:defRPr>
            </a:lvl1pPr>
          </a:lstStyle>
          <a:p xmlns:a="http://schemas.openxmlformats.org/drawingml/2006/main">
            <a:pPr lvl="0">
              <a:buNone/>
            </a:pPr>
            <a:r>
              <a:t>Click to edit Master title style</a:t>
            </a:r>
            <a:endParaRPr/>
          </a:p>
        </p:txBody>
      </p:sp>
      <p:sp>
        <p:nvSpPr>
          <p:cNvPr id="3" name="Subtitle 2">
            <a:extLst xmlns:a="http://schemas.openxmlformats.org/drawingml/2006/main">
              <a:ext uri="{FF2B5EF4-FFF2-40B4-BE49-F238E27FC236}">
                <a16:creationId xmlns:a16="http://schemas.microsoft.com/office/drawing/2014/main" id="{2BDC76B8-60F6-62D3-9F73-E81662203017}"/>
              </a:ext>
            </a:extLst>
          </p:cNvPr>
          <p:cNvSpPr>
            <a:spLocks xmlns:a="http://schemas.openxmlformats.org/drawingml/2006/main" noGrp="1"/>
          </p:cNvSpPr>
          <p:nvPr>
            <p:ph type="subTitle" idx="1"/>
          </p:nvPr>
        </p:nvSpPr>
        <p:spPr>
          <a:xfrm xmlns:a="http://schemas.openxmlformats.org/drawingml/2006/main">
            <a:off x="210313" y="5980176"/>
            <a:ext cx="11612880" cy="530352"/>
          </a:xfrm>
        </p:spPr>
        <p:txBody>
          <a:bodyPr xmlns:a="http://schemas.openxmlformats.org/drawingml/2006/main" vert="horz" lIns="91440" tIns="45720" rIns="91440" bIns="45720">
            <a:normAutofit/>
          </a:bodyPr>
          <a:lstStyle xmlns:a="http://schemas.openxmlformats.org/drawingml/2006/main">
            <a:lvl1pPr marL="0" indent="0">
              <a:buNone/>
              <a:defRPr sz="1600">
                <a:solidFill>
                  <a:schemeClr val="tx2"/>
                </a:solidFill>
              </a:defRPr>
            </a:lvl1pPr>
          </a:lstStyle>
          <a:p xmlns:a="http://schemas.openxmlformats.org/drawingml/2006/main">
            <a:pPr lvl="0">
              <a:buNone/>
            </a:pPr>
            <a:r>
              <a:t>Click to edit Master subtitle style</a:t>
            </a:r>
            <a:endParaRPr/>
          </a:p>
        </p:txBody>
      </p:sp>
      <p:sp>
        <p:nvSpPr>
          <p:cNvPr id="10" name="Picture Placeholder 9">
            <a:extLst xmlns:a="http://schemas.openxmlformats.org/drawingml/2006/main">
              <a:ext uri="{FF2B5EF4-FFF2-40B4-BE49-F238E27FC236}">
                <a16:creationId xmlns:a16="http://schemas.microsoft.com/office/drawing/2014/main" id="{150AF6FA-7D1D-1351-A76E-43C54D28FD68}"/>
              </a:ext>
            </a:extLst>
          </p:cNvPr>
          <p:cNvSpPr>
            <a:spLocks xmlns:a="http://schemas.openxmlformats.org/drawingml/2006/main" noGrp="1"/>
          </p:cNvSpPr>
          <p:nvPr>
            <p:ph type="pic" idx="13" hasCustomPrompt="1"/>
          </p:nvPr>
        </p:nvSpPr>
        <p:spPr>
          <a:xfrm xmlns:a="http://schemas.openxmlformats.org/drawingml/2006/main">
            <a:off x="274220" y="266700"/>
            <a:ext cx="11649456" cy="4853814"/>
          </a:xfrm>
          <a:custGeom xmlns:a="http://schemas.openxmlformats.org/drawingml/2006/main">
            <a:gdLst>
              <a:gd name="connsiteX0" fmla="*/ 291520 w 11651080"/>
              <a:gd name="connsiteY0" fmla="*/ 0 h 4853814"/>
              <a:gd name="connsiteX1" fmla="*/ 11359560 w 11651080"/>
              <a:gd name="connsiteY1" fmla="*/ 0 h 4853814"/>
              <a:gd name="connsiteX2" fmla="*/ 11651080 w 11651080"/>
              <a:gd name="connsiteY2" fmla="*/ 291520 h 4853814"/>
              <a:gd name="connsiteX3" fmla="*/ 11651080 w 11651080"/>
              <a:gd name="connsiteY3" fmla="*/ 4562294 h 4853814"/>
              <a:gd name="connsiteX4" fmla="*/ 11359560 w 11651080"/>
              <a:gd name="connsiteY4" fmla="*/ 4853814 h 4853814"/>
              <a:gd name="connsiteX5" fmla="*/ 291520 w 11651080"/>
              <a:gd name="connsiteY5" fmla="*/ 4853814 h 4853814"/>
              <a:gd name="connsiteX6" fmla="*/ 0 w 11651080"/>
              <a:gd name="connsiteY6" fmla="*/ 4562294 h 4853814"/>
              <a:gd name="connsiteX7" fmla="*/ 0 w 11651080"/>
              <a:gd name="connsiteY7" fmla="*/ 291520 h 4853814"/>
              <a:gd name="connsiteX8" fmla="*/ 291520 w 11651080"/>
              <a:gd name="connsiteY8" fmla="*/ 0 h 4853814"/>
            </a:gdLst>
            <a:rect l="l" t="t" r="r" b="b"/>
            <a:pathLst>
              <a:path w="11651080" h="4853814">
                <a:moveTo>
                  <a:pt x="291520" y="0"/>
                </a:moveTo>
                <a:lnTo>
                  <a:pt x="11359560" y="0"/>
                </a:lnTo>
                <a:cubicBezTo>
                  <a:pt x="11520562" y="0"/>
                  <a:pt x="11651080" y="130518"/>
                  <a:pt x="11651080" y="291520"/>
                </a:cubicBezTo>
                <a:lnTo>
                  <a:pt x="11651080" y="4562294"/>
                </a:lnTo>
                <a:cubicBezTo>
                  <a:pt x="11651080" y="4723296"/>
                  <a:pt x="11520562" y="4853814"/>
                  <a:pt x="11359560" y="4853814"/>
                </a:cubicBezTo>
                <a:lnTo>
                  <a:pt x="291520" y="4853814"/>
                </a:lnTo>
                <a:cubicBezTo>
                  <a:pt x="130518" y="4853814"/>
                  <a:pt x="0" y="4723296"/>
                  <a:pt x="0" y="4562294"/>
                </a:cubicBezTo>
                <a:lnTo>
                  <a:pt x="0" y="291520"/>
                </a:lnTo>
                <a:cubicBezTo>
                  <a:pt x="0" y="130518"/>
                  <a:pt x="130518" y="0"/>
                  <a:pt x="291520" y="0"/>
                </a:cubicBezTo>
                <a:close/>
              </a:path>
            </a:pathLst>
          </a:custGeom>
          <a:blipFill xmlns:a="http://schemas.openxmlformats.org/drawingml/2006/main" rotWithShape="1">
            <a:blip xmlns:r="http://schemas.openxmlformats.org/officeDocument/2006/relationships" r:embed="R03d0deab0c8543f3">
              <a:alphaModFix amt="70000"/>
            </a:blip>
            <a:srcRect l="0" t="0" r="0" b="0"/>
            <a:stretch>
              <a:fillRect l="0" t="0" r="0" b="0"/>
            </a:stretch>
          </a:blipFill>
        </p:spPr>
        <p:txBody>
          <a:bodyPr xmlns:a="http://schemas.openxmlformats.org/drawingml/2006/main" wrap="square">
            <a:noAutofit/>
          </a:bodyPr>
          <a:lstStyle xmlns:a="http://schemas.openxmlformats.org/drawingml/2006/main">
            <a:lvl1pPr marL="0" indent="0">
              <a:buNone/>
              <a:defRPr/>
            </a:lvl1pPr>
          </a:lstStyle>
          <a:p xmlns:a="http://schemas.openxmlformats.org/drawingml/2006/main">
            <a:r>
              <a:t> </a:t>
            </a:r>
          </a:p>
        </p:txBody>
      </p:sp>
      <p:sp>
        <p:nvSpPr>
          <p:cNvPr id="5" name="Footer Placeholder 4">
            <a:extLst xmlns:a="http://schemas.openxmlformats.org/drawingml/2006/main">
              <a:ext uri="{FF2B5EF4-FFF2-40B4-BE49-F238E27FC236}">
                <a16:creationId xmlns:a16="http://schemas.microsoft.com/office/drawing/2014/main" id="{5B407A58-3351-E479-1A0C-2FF49FA42707}"/>
              </a:ext>
            </a:extLst>
          </p:cNvPr>
          <p:cNvSpPr>
            <a:spLocks xmlns:a="http://schemas.openxmlformats.org/drawingml/2006/main" noGrp="1"/>
          </p:cNvSpPr>
          <p:nvPr>
            <p:ph type="ftr" idx="11"/>
          </p:nvPr>
        </p:nvSpPr>
        <p:spPr>
          <a:xfrm xmlns:a="http://schemas.openxmlformats.org/drawingml/2006/main">
            <a:off x="182880" y="6391657"/>
            <a:ext cx="2805405" cy="330466"/>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r>
              <a:t>Presentation title</a:t>
            </a:r>
            <a:endParaRPr/>
          </a:p>
        </p:txBody>
      </p:sp>
      <p:sp>
        <p:nvSpPr>
          <p:cNvPr id="4" name="Date Placeholder 3">
            <a:extLst xmlns:a="http://schemas.openxmlformats.org/drawingml/2006/main">
              <a:ext uri="{FF2B5EF4-FFF2-40B4-BE49-F238E27FC236}">
                <a16:creationId xmlns:a16="http://schemas.microsoft.com/office/drawing/2014/main" id="{EAE2DAFA-435E-AAF9-8B67-495E5AFDCD91}"/>
              </a:ext>
            </a:extLst>
          </p:cNvPr>
          <p:cNvSpPr>
            <a:spLocks xmlns:a="http://schemas.openxmlformats.org/drawingml/2006/main" noGrp="1"/>
          </p:cNvSpPr>
          <p:nvPr>
            <p:ph type="dt" idx="10"/>
          </p:nvPr>
        </p:nvSpPr>
        <p:spPr>
          <a:xfrm xmlns:a="http://schemas.openxmlformats.org/drawingml/2006/main">
            <a:off x="8137848" y="6391657"/>
            <a:ext cx="3494314" cy="330466"/>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fld id="{35F68458-1A7A-4A29-A16B-4424C6D3B5E6}" type="datetime1">
              <a:t>8/30/26</a:t>
            </a:fld>
            <a:endParaRPr/>
          </a:p>
        </p:txBody>
      </p:sp>
      <p:sp>
        <p:nvSpPr>
          <p:cNvPr id="6" name="Slide Number Placeholder 5">
            <a:extLst xmlns:a="http://schemas.openxmlformats.org/drawingml/2006/main">
              <a:ext uri="{FF2B5EF4-FFF2-40B4-BE49-F238E27FC236}">
                <a16:creationId xmlns:a16="http://schemas.microsoft.com/office/drawing/2014/main" id="{81789E10-2433-2ECB-9C92-571B583A4CF1}"/>
              </a:ext>
            </a:extLst>
          </p:cNvPr>
          <p:cNvSpPr>
            <a:spLocks xmlns:a="http://schemas.openxmlformats.org/drawingml/2006/main" noGrp="1"/>
          </p:cNvSpPr>
          <p:nvPr>
            <p:ph type="sldNum" idx="12"/>
          </p:nvPr>
        </p:nvSpPr>
        <p:spPr>
          <a:xfrm xmlns:a="http://schemas.openxmlformats.org/drawingml/2006/main">
            <a:off x="11632162" y="6391657"/>
            <a:ext cx="429207" cy="330466"/>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fld id="{AEAA3239-9EA4-4A65-A281-97F994456D9F}" type="slidenum">
              <a:t>‹#›</a:t>
            </a:fld>
            <a:endParaRPr/>
          </a:p>
        </p:txBody>
      </p:sp>
    </p:spTree>
  </p:cSld>
</p:sldLayout>
</file>

<file path=ppt/slideLayouts/slideLayout2.xml><?xml version="1.0" encoding="utf-8"?>
<p:sldLayout xmlns:p="http://schemas.openxmlformats.org/presentationml/2006/main" type="obj" preserve="1">
  <p:cSld name="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C7433D9-FD02-59E2-0F81-A0B7201D2DA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6C2DD052-3E45-E789-01F8-33250024ECB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Footer Placeholder 4">
            <a:extLst xmlns:a="http://schemas.openxmlformats.org/drawingml/2006/main">
              <a:ext uri="{FF2B5EF4-FFF2-40B4-BE49-F238E27FC236}">
                <a16:creationId xmlns:a16="http://schemas.microsoft.com/office/drawing/2014/main" id="{B17E6B5E-6174-FD5C-41E8-FFC44C650D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Presentation title</a:t>
            </a:r>
            <a:endParaRPr/>
          </a:p>
        </p:txBody>
      </p:sp>
      <p:sp>
        <p:nvSpPr>
          <p:cNvPr id="4" name="Date Placeholder 3">
            <a:extLst xmlns:a="http://schemas.openxmlformats.org/drawingml/2006/main">
              <a:ext uri="{FF2B5EF4-FFF2-40B4-BE49-F238E27FC236}">
                <a16:creationId xmlns:a16="http://schemas.microsoft.com/office/drawing/2014/main" id="{0B9485D1-E172-8F0A-A425-3097B3ABCFB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5F68458-1A7A-4A29-A16B-4424C6D3B5E6}" type="datetime1">
              <a:t>8/30/26</a:t>
            </a:fld>
            <a:endParaRPr/>
          </a:p>
        </p:txBody>
      </p:sp>
      <p:sp>
        <p:nvSpPr>
          <p:cNvPr id="6" name="Slide Number Placeholder 5">
            <a:extLst xmlns:a="http://schemas.openxmlformats.org/drawingml/2006/main">
              <a:ext uri="{FF2B5EF4-FFF2-40B4-BE49-F238E27FC236}">
                <a16:creationId xmlns:a16="http://schemas.microsoft.com/office/drawing/2014/main" id="{4BF72154-F85B-E301-DA57-E314D731591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EAA3239-9EA4-4A65-A281-97F994456D9F}" type="slidenum">
              <a:t>‹#›</a:t>
            </a:fld>
            <a:endParaRPr/>
          </a:p>
        </p:txBody>
      </p:sp>
    </p:spTree>
  </p:cSld>
</p:sldLayout>
</file>

<file path=ppt/slideLayouts/slideLayout3.xml><?xml version="1.0" encoding="utf-8"?>
<p:sldLayout xmlns:p="http://schemas.openxmlformats.org/presentationml/2006/main" preserve="1">
  <p:cSld name="Title with Picture 2">
    <p:bg>
      <p:bgRef idx="1001">
        <a:schemeClr xmlns:a="http://schemas.openxmlformats.org/drawingml/2006/main" val="bg1"/>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4336E9A-8E96-CD8C-7598-F87632CD81CF}"/>
              </a:ext>
            </a:extLst>
          </p:cNvPr>
          <p:cNvSpPr>
            <a:spLocks xmlns:a="http://schemas.openxmlformats.org/drawingml/2006/main" noGrp="1"/>
          </p:cNvSpPr>
          <p:nvPr>
            <p:ph type="ctrTitle" idx="0"/>
          </p:nvPr>
        </p:nvSpPr>
        <p:spPr>
          <a:xfrm xmlns:a="http://schemas.openxmlformats.org/drawingml/2006/main">
            <a:off x="7660262" y="208754"/>
            <a:ext cx="4066072" cy="3725937"/>
          </a:xfrm>
        </p:spPr>
        <p:txBody>
          <a:bodyPr xmlns:a="http://schemas.openxmlformats.org/drawingml/2006/main" vert="horz" lIns="91440" tIns="45720" rIns="91440" bIns="45720" anchor="t">
            <a:normAutofit/>
          </a:bodyPr>
          <a:lstStyle xmlns:a="http://schemas.openxmlformats.org/drawingml/2006/main">
            <a:lvl1pPr>
              <a:buNone/>
              <a:defRPr sz="5000">
                <a:solidFill>
                  <a:schemeClr val="tx2"/>
                </a:solidFill>
              </a:defRPr>
            </a:lvl1pPr>
          </a:lstStyle>
          <a:p xmlns:a="http://schemas.openxmlformats.org/drawingml/2006/main">
            <a:pPr lvl="0">
              <a:buNone/>
            </a:pPr>
            <a:r>
              <a:t>Click to edit Master title style</a:t>
            </a:r>
            <a:endParaRPr/>
          </a:p>
        </p:txBody>
      </p:sp>
      <p:sp>
        <p:nvSpPr>
          <p:cNvPr id="3" name="Subtitle 2">
            <a:extLst xmlns:a="http://schemas.openxmlformats.org/drawingml/2006/main">
              <a:ext uri="{FF2B5EF4-FFF2-40B4-BE49-F238E27FC236}">
                <a16:creationId xmlns:a16="http://schemas.microsoft.com/office/drawing/2014/main" id="{2BDC76B8-60F6-62D3-9F73-E81662203017}"/>
              </a:ext>
            </a:extLst>
          </p:cNvPr>
          <p:cNvSpPr>
            <a:spLocks xmlns:a="http://schemas.openxmlformats.org/drawingml/2006/main" noGrp="1"/>
          </p:cNvSpPr>
          <p:nvPr>
            <p:ph type="subTitle" idx="1"/>
          </p:nvPr>
        </p:nvSpPr>
        <p:spPr>
          <a:xfrm xmlns:a="http://schemas.openxmlformats.org/drawingml/2006/main">
            <a:off x="7668729" y="4846320"/>
            <a:ext cx="4066072" cy="1380744"/>
          </a:xfrm>
        </p:spPr>
        <p:txBody>
          <a:bodyPr xmlns:a="http://schemas.openxmlformats.org/drawingml/2006/main" vert="horz" lIns="91440" tIns="45720" rIns="91440" bIns="45720" anchor="b">
            <a:normAutofit/>
          </a:bodyPr>
          <a:lstStyle xmlns:a="http://schemas.openxmlformats.org/drawingml/2006/main">
            <a:lvl1pPr marL="0" indent="0">
              <a:buNone/>
              <a:defRPr sz="1600">
                <a:solidFill>
                  <a:schemeClr val="tx2"/>
                </a:solidFill>
              </a:defRPr>
            </a:lvl1pPr>
          </a:lstStyle>
          <a:p xmlns:a="http://schemas.openxmlformats.org/drawingml/2006/main">
            <a:pPr lvl="0">
              <a:buNone/>
            </a:pPr>
            <a:r>
              <a:t>Click to edit Master subtitle style</a:t>
            </a:r>
            <a:endParaRPr/>
          </a:p>
        </p:txBody>
      </p:sp>
      <p:sp>
        <p:nvSpPr>
          <p:cNvPr id="12" name="Picture Placeholder 11">
            <a:extLst xmlns:a="http://schemas.openxmlformats.org/drawingml/2006/main">
              <a:ext uri="{FF2B5EF4-FFF2-40B4-BE49-F238E27FC236}">
                <a16:creationId xmlns:a16="http://schemas.microsoft.com/office/drawing/2014/main" id="{7A934108-77F2-43A6-38EF-C1CDEDD103C2}"/>
              </a:ext>
            </a:extLst>
          </p:cNvPr>
          <p:cNvSpPr>
            <a:spLocks xmlns:a="http://schemas.openxmlformats.org/drawingml/2006/main" noGrp="1"/>
          </p:cNvSpPr>
          <p:nvPr>
            <p:ph type="pic" idx="13" hasCustomPrompt="1"/>
          </p:nvPr>
        </p:nvSpPr>
        <p:spPr>
          <a:xfrm xmlns:a="http://schemas.openxmlformats.org/drawingml/2006/main">
            <a:off x="274320" y="266699"/>
            <a:ext cx="7238998" cy="6322891"/>
          </a:xfrm>
          <a:custGeom xmlns:a="http://schemas.openxmlformats.org/drawingml/2006/main">
            <a:gdLst>
              <a:gd name="connsiteX0" fmla="*/ 291359 w 7238998"/>
              <a:gd name="connsiteY0" fmla="*/ 0 h 6322891"/>
              <a:gd name="connsiteX1" fmla="*/ 6947639 w 7238998"/>
              <a:gd name="connsiteY1" fmla="*/ 0 h 6322891"/>
              <a:gd name="connsiteX2" fmla="*/ 7238998 w 7238998"/>
              <a:gd name="connsiteY2" fmla="*/ 291359 h 6322891"/>
              <a:gd name="connsiteX3" fmla="*/ 7238998 w 7238998"/>
              <a:gd name="connsiteY3" fmla="*/ 6031532 h 6322891"/>
              <a:gd name="connsiteX4" fmla="*/ 6947639 w 7238998"/>
              <a:gd name="connsiteY4" fmla="*/ 6322891 h 6322891"/>
              <a:gd name="connsiteX5" fmla="*/ 291359 w 7238998"/>
              <a:gd name="connsiteY5" fmla="*/ 6322891 h 6322891"/>
              <a:gd name="connsiteX6" fmla="*/ 0 w 7238998"/>
              <a:gd name="connsiteY6" fmla="*/ 6031532 h 6322891"/>
              <a:gd name="connsiteX7" fmla="*/ 0 w 7238998"/>
              <a:gd name="connsiteY7" fmla="*/ 291359 h 6322891"/>
              <a:gd name="connsiteX8" fmla="*/ 291359 w 7238998"/>
              <a:gd name="connsiteY8" fmla="*/ 0 h 6322891"/>
            </a:gdLst>
            <a:rect l="l" t="t" r="r" b="b"/>
            <a:pathLst>
              <a:path w="7238998" h="6322891">
                <a:moveTo>
                  <a:pt x="291359" y="0"/>
                </a:moveTo>
                <a:lnTo>
                  <a:pt x="6947639" y="0"/>
                </a:lnTo>
                <a:cubicBezTo>
                  <a:pt x="7108552" y="0"/>
                  <a:pt x="7238998" y="130446"/>
                  <a:pt x="7238998" y="291359"/>
                </a:cubicBezTo>
                <a:lnTo>
                  <a:pt x="7238998" y="6031532"/>
                </a:lnTo>
                <a:cubicBezTo>
                  <a:pt x="7238998" y="6192445"/>
                  <a:pt x="7108552" y="6322891"/>
                  <a:pt x="6947639" y="6322891"/>
                </a:cubicBezTo>
                <a:lnTo>
                  <a:pt x="291359" y="6322891"/>
                </a:lnTo>
                <a:cubicBezTo>
                  <a:pt x="130446" y="6322891"/>
                  <a:pt x="0" y="6192445"/>
                  <a:pt x="0" y="6031532"/>
                </a:cubicBezTo>
                <a:lnTo>
                  <a:pt x="0" y="291359"/>
                </a:lnTo>
                <a:cubicBezTo>
                  <a:pt x="0" y="130446"/>
                  <a:pt x="130446" y="0"/>
                  <a:pt x="291359" y="0"/>
                </a:cubicBezTo>
                <a:close/>
              </a:path>
            </a:pathLst>
          </a:custGeom>
          <a:blipFill xmlns:a="http://schemas.openxmlformats.org/drawingml/2006/main" rotWithShape="1">
            <a:blip xmlns:r="http://schemas.openxmlformats.org/officeDocument/2006/relationships" r:embed="R13651bd5bfe842bd">
              <a:alphaModFix amt="70000"/>
            </a:blip>
            <a:srcRect l="0" t="0" r="0" b="0"/>
            <a:stretch>
              <a:fillRect l="0" t="0" r="0" b="0"/>
            </a:stretch>
          </a:blipFill>
        </p:spPr>
        <p:txBody>
          <a:bodyPr xmlns:a="http://schemas.openxmlformats.org/drawingml/2006/main" wrap="square">
            <a:noAutofit/>
          </a:bodyPr>
          <a:lstStyle xmlns:a="http://schemas.openxmlformats.org/drawingml/2006/main">
            <a:lvl1pPr marL="0" indent="0">
              <a:buNone/>
              <a:defRPr/>
            </a:lvl1pPr>
          </a:lstStyle>
          <a:p xmlns:a="http://schemas.openxmlformats.org/drawingml/2006/main">
            <a:r>
              <a:t> </a:t>
            </a:r>
          </a:p>
        </p:txBody>
      </p:sp>
      <p:sp>
        <p:nvSpPr>
          <p:cNvPr id="5" name="Footer Placeholder 4">
            <a:extLst xmlns:a="http://schemas.openxmlformats.org/drawingml/2006/main">
              <a:ext uri="{FF2B5EF4-FFF2-40B4-BE49-F238E27FC236}">
                <a16:creationId xmlns:a16="http://schemas.microsoft.com/office/drawing/2014/main" id="{5B407A58-3351-E479-1A0C-2FF49FA42707}"/>
              </a:ext>
            </a:extLst>
          </p:cNvPr>
          <p:cNvSpPr>
            <a:spLocks xmlns:a="http://schemas.openxmlformats.org/drawingml/2006/main" noGrp="1"/>
          </p:cNvSpPr>
          <p:nvPr>
            <p:ph type="ftr" idx="11"/>
          </p:nvPr>
        </p:nvSpPr>
        <p:spPr>
          <a:xfrm xmlns:a="http://schemas.openxmlformats.org/drawingml/2006/main">
            <a:off x="7666481" y="6391656"/>
            <a:ext cx="2703777" cy="338328"/>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r>
              <a:t>Presentation title</a:t>
            </a:r>
            <a:endParaRPr/>
          </a:p>
        </p:txBody>
      </p:sp>
      <p:sp>
        <p:nvSpPr>
          <p:cNvPr id="4" name="Date Placeholder 3">
            <a:extLst xmlns:a="http://schemas.openxmlformats.org/drawingml/2006/main">
              <a:ext uri="{FF2B5EF4-FFF2-40B4-BE49-F238E27FC236}">
                <a16:creationId xmlns:a16="http://schemas.microsoft.com/office/drawing/2014/main" id="{EAE2DAFA-435E-AAF9-8B67-495E5AFDCD91}"/>
              </a:ext>
            </a:extLst>
          </p:cNvPr>
          <p:cNvSpPr>
            <a:spLocks xmlns:a="http://schemas.openxmlformats.org/drawingml/2006/main" noGrp="1"/>
          </p:cNvSpPr>
          <p:nvPr>
            <p:ph type="dt" idx="10"/>
          </p:nvPr>
        </p:nvSpPr>
        <p:spPr>
          <a:xfrm xmlns:a="http://schemas.openxmlformats.org/drawingml/2006/main">
            <a:off x="10477500" y="6391656"/>
            <a:ext cx="1032084" cy="338328"/>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fld id="{35F68458-1A7A-4A29-A16B-4424C6D3B5E6}" type="datetime1">
              <a:t>8/30/26</a:t>
            </a:fld>
            <a:endParaRPr/>
          </a:p>
        </p:txBody>
      </p:sp>
      <p:sp>
        <p:nvSpPr>
          <p:cNvPr id="6" name="Slide Number Placeholder 5">
            <a:extLst xmlns:a="http://schemas.openxmlformats.org/drawingml/2006/main">
              <a:ext uri="{FF2B5EF4-FFF2-40B4-BE49-F238E27FC236}">
                <a16:creationId xmlns:a16="http://schemas.microsoft.com/office/drawing/2014/main" id="{81789E10-2433-2ECB-9C92-571B583A4CF1}"/>
              </a:ext>
            </a:extLst>
          </p:cNvPr>
          <p:cNvSpPr>
            <a:spLocks xmlns:a="http://schemas.openxmlformats.org/drawingml/2006/main" noGrp="1"/>
          </p:cNvSpPr>
          <p:nvPr>
            <p:ph type="sldNum" idx="12"/>
          </p:nvPr>
        </p:nvSpPr>
        <p:spPr>
          <a:xfrm xmlns:a="http://schemas.openxmlformats.org/drawingml/2006/main">
            <a:off x="11509584" y="6388837"/>
            <a:ext cx="457200" cy="338328"/>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fld id="{AEAA3239-9EA4-4A65-A281-97F994456D9F}" type="slidenum">
              <a:t>‹#›</a:t>
            </a:fld>
            <a:endParaRPr/>
          </a:p>
        </p:txBody>
      </p:sp>
    </p:spTree>
  </p:cSld>
</p:sldLayout>
</file>

<file path=ppt/slideLayouts/slideLayout4.xml><?xml version="1.0" encoding="utf-8"?>
<p:sldLayout xmlns:p="http://schemas.openxmlformats.org/presentationml/2006/main" type="title" preserve="1">
  <p:cSld name="Title">
    <p:bg>
      <p:bgRef idx="1001">
        <a:schemeClr xmlns:a="http://schemas.openxmlformats.org/drawingml/2006/main" val="bg1"/>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4336E9A-8E96-CD8C-7598-F87632CD81CF}"/>
              </a:ext>
            </a:extLst>
          </p:cNvPr>
          <p:cNvSpPr>
            <a:spLocks xmlns:a="http://schemas.openxmlformats.org/drawingml/2006/main" noGrp="1"/>
          </p:cNvSpPr>
          <p:nvPr>
            <p:ph type="ctrTitle" idx="0"/>
          </p:nvPr>
        </p:nvSpPr>
        <p:spPr>
          <a:xfrm xmlns:a="http://schemas.openxmlformats.org/drawingml/2006/main">
            <a:off x="2018598" y="1529542"/>
            <a:ext cx="8154804" cy="2323883"/>
          </a:xfrm>
        </p:spPr>
        <p:txBody>
          <a:bodyPr xmlns:a="http://schemas.openxmlformats.org/drawingml/2006/main" anchor="b">
            <a:normAutofit/>
          </a:bodyPr>
          <a:lstStyle xmlns:a="http://schemas.openxmlformats.org/drawingml/2006/main">
            <a:lvl1pPr algn="ctr">
              <a:buNone/>
              <a:defRPr sz="5400">
                <a:solidFill>
                  <a:schemeClr val="tx2"/>
                </a:solidFill>
              </a:defRPr>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2BDC76B8-60F6-62D3-9F73-E81662203017}"/>
              </a:ext>
            </a:extLst>
          </p:cNvPr>
          <p:cNvSpPr>
            <a:spLocks xmlns:a="http://schemas.openxmlformats.org/drawingml/2006/main" noGrp="1"/>
          </p:cNvSpPr>
          <p:nvPr>
            <p:ph type="subTitle" idx="1"/>
          </p:nvPr>
        </p:nvSpPr>
        <p:spPr>
          <a:xfrm xmlns:a="http://schemas.openxmlformats.org/drawingml/2006/main">
            <a:off x="3110715" y="4053504"/>
            <a:ext cx="5970570" cy="1072678"/>
          </a:xfrm>
        </p:spPr>
        <p:txBody>
          <a:bodyPr xmlns:a="http://schemas.openxmlformats.org/drawingml/2006/main" anchor="t">
            <a:normAutofit/>
          </a:bodyPr>
          <a:lstStyle xmlns:a="http://schemas.openxmlformats.org/drawingml/2006/main">
            <a:lvl1pPr marL="0" indent="0" algn="ctr">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5" name="Footer Placeholder 4">
            <a:extLst xmlns:a="http://schemas.openxmlformats.org/drawingml/2006/main">
              <a:ext uri="{FF2B5EF4-FFF2-40B4-BE49-F238E27FC236}">
                <a16:creationId xmlns:a16="http://schemas.microsoft.com/office/drawing/2014/main" id="{5B407A58-3351-E479-1A0C-2FF49FA4270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r>
              <a:t>Presentation title</a:t>
            </a:r>
            <a:endParaRPr/>
          </a:p>
        </p:txBody>
      </p:sp>
      <p:sp>
        <p:nvSpPr>
          <p:cNvPr id="4" name="Date Placeholder 3">
            <a:extLst xmlns:a="http://schemas.openxmlformats.org/drawingml/2006/main">
              <a:ext uri="{FF2B5EF4-FFF2-40B4-BE49-F238E27FC236}">
                <a16:creationId xmlns:a16="http://schemas.microsoft.com/office/drawing/2014/main" id="{EAE2DAFA-435E-AAF9-8B67-495E5AFDCD9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fld id="{35F68458-1A7A-4A29-A16B-4424C6D3B5E6}" type="datetime1">
              <a:t>8/30/26</a:t>
            </a:fld>
            <a:endParaRPr/>
          </a:p>
        </p:txBody>
      </p:sp>
      <p:sp>
        <p:nvSpPr>
          <p:cNvPr id="6" name="Slide Number Placeholder 5">
            <a:extLst xmlns:a="http://schemas.openxmlformats.org/drawingml/2006/main">
              <a:ext uri="{FF2B5EF4-FFF2-40B4-BE49-F238E27FC236}">
                <a16:creationId xmlns:a16="http://schemas.microsoft.com/office/drawing/2014/main" id="{81789E10-2433-2ECB-9C92-571B583A4CF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fld id="{AEAA3239-9EA4-4A65-A281-97F994456D9F}" type="slidenum">
              <a:t>‹#›</a:t>
            </a:fld>
            <a:endParaRPr/>
          </a:p>
        </p:txBody>
      </p:sp>
    </p:spTree>
  </p:cSld>
</p:sldLayout>
</file>

<file path=ppt/slideLayouts/slideLayout5.xml><?xml version="1.0" encoding="utf-8"?>
<p:sldLayout xmlns:p="http://schemas.openxmlformats.org/presentationml/2006/main" preserve="1">
  <p:cSld name="Section Header">
    <p:bg>
      <p:bgPr>
        <a:solidFill xmlns:a="http://schemas.openxmlformats.org/drawingml/2006/main">
          <a:schemeClr val="accent1"/>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892EA34-13CC-54C1-DE3D-4F1D5D55C9A7}"/>
              </a:ext>
            </a:extLst>
          </p:cNvPr>
          <p:cNvSpPr>
            <a:spLocks xmlns:a="http://schemas.openxmlformats.org/drawingml/2006/main" noGrp="1"/>
          </p:cNvSpPr>
          <p:nvPr>
            <p:ph type="title" idx="0"/>
          </p:nvPr>
        </p:nvSpPr>
        <p:spPr>
          <a:xfrm xmlns:a="http://schemas.openxmlformats.org/drawingml/2006/main">
            <a:off x="157729" y="3200400"/>
            <a:ext cx="9002895" cy="3582184"/>
          </a:xfrm>
        </p:spPr>
        <p:txBody>
          <a:bodyPr xmlns:a="http://schemas.openxmlformats.org/drawingml/2006/main" anchor="b">
            <a:normAutofit/>
          </a:bodyPr>
          <a:lstStyle xmlns:a="http://schemas.openxmlformats.org/drawingml/2006/main">
            <a:lvl1pPr>
              <a:buNone/>
              <a:defRPr sz="6900">
                <a:solidFill>
                  <a:schemeClr val="tx2"/>
                </a:solidFill>
              </a:defRPr>
            </a:lvl1pPr>
          </a:lstStyle>
          <a:p xmlns:a="http://schemas.openxmlformats.org/drawingml/2006/main">
            <a:r>
              <a:t>Click to edit Master title style</a:t>
            </a:r>
            <a:endParaRPr/>
          </a:p>
        </p:txBody>
      </p:sp>
      <p:sp>
        <p:nvSpPr>
          <p:cNvPr id="5" name="Footer Placeholder 4">
            <a:extLst xmlns:a="http://schemas.openxmlformats.org/drawingml/2006/main">
              <a:ext uri="{FF2B5EF4-FFF2-40B4-BE49-F238E27FC236}">
                <a16:creationId xmlns:a16="http://schemas.microsoft.com/office/drawing/2014/main" id="{9F1849E7-8E94-3B02-239C-AAB481596BFD}"/>
              </a:ext>
            </a:extLst>
          </p:cNvPr>
          <p:cNvSpPr>
            <a:spLocks xmlns:a="http://schemas.openxmlformats.org/drawingml/2006/main" noGrp="1"/>
          </p:cNvSpPr>
          <p:nvPr>
            <p:ph type="ftr" idx="11"/>
          </p:nvPr>
        </p:nvSpPr>
        <p:spPr>
          <a:xfrm xmlns:a="http://schemas.openxmlformats.org/drawingml/2006/main">
            <a:off x="178704" y="141216"/>
            <a:ext cx="2703777" cy="338328"/>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r>
              <a:t>Presentation title</a:t>
            </a:r>
            <a:endParaRPr/>
          </a:p>
        </p:txBody>
      </p:sp>
      <p:sp>
        <p:nvSpPr>
          <p:cNvPr id="4" name="Date Placeholder 3">
            <a:extLst xmlns:a="http://schemas.openxmlformats.org/drawingml/2006/main">
              <a:ext uri="{FF2B5EF4-FFF2-40B4-BE49-F238E27FC236}">
                <a16:creationId xmlns:a16="http://schemas.microsoft.com/office/drawing/2014/main" id="{8F845713-EE4C-7615-B812-531C14CF0CA2}"/>
              </a:ext>
            </a:extLst>
          </p:cNvPr>
          <p:cNvSpPr>
            <a:spLocks xmlns:a="http://schemas.openxmlformats.org/drawingml/2006/main" noGrp="1"/>
          </p:cNvSpPr>
          <p:nvPr>
            <p:ph type="dt" idx="10"/>
          </p:nvPr>
        </p:nvSpPr>
        <p:spPr>
          <a:xfrm xmlns:a="http://schemas.openxmlformats.org/drawingml/2006/main">
            <a:off x="10477500" y="141216"/>
            <a:ext cx="1032084" cy="338328"/>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fld id="{35F68458-1A7A-4A29-A16B-4424C6D3B5E6}" type="datetime1">
              <a:t>8/30/26</a:t>
            </a:fld>
            <a:endParaRPr/>
          </a:p>
        </p:txBody>
      </p:sp>
      <p:sp>
        <p:nvSpPr>
          <p:cNvPr id="6" name="Slide Number Placeholder 5">
            <a:extLst xmlns:a="http://schemas.openxmlformats.org/drawingml/2006/main">
              <a:ext uri="{FF2B5EF4-FFF2-40B4-BE49-F238E27FC236}">
                <a16:creationId xmlns:a16="http://schemas.microsoft.com/office/drawing/2014/main" id="{70644BD7-C050-D052-8408-65ADAAF674FF}"/>
              </a:ext>
            </a:extLst>
          </p:cNvPr>
          <p:cNvSpPr>
            <a:spLocks xmlns:a="http://schemas.openxmlformats.org/drawingml/2006/main" noGrp="1"/>
          </p:cNvSpPr>
          <p:nvPr>
            <p:ph type="sldNum" idx="12"/>
          </p:nvPr>
        </p:nvSpPr>
        <p:spPr>
          <a:xfrm xmlns:a="http://schemas.openxmlformats.org/drawingml/2006/main">
            <a:off x="11509584" y="141216"/>
            <a:ext cx="457200" cy="338328"/>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fld id="{AEAA3239-9EA4-4A65-A281-97F994456D9F}" type="slidenum">
              <a:t>‹#›</a:t>
            </a:fld>
            <a:endParaRPr/>
          </a:p>
        </p:txBody>
      </p:sp>
    </p:spTree>
  </p:cSld>
</p:sldLayout>
</file>

<file path=ppt/slideLayouts/slideLayout6.xml><?xml version="1.0" encoding="utf-8"?>
<p:sldLayout xmlns:p="http://schemas.openxmlformats.org/presentationml/2006/main" preserve="1">
  <p:cSld name="Agenda">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E4019F8-742E-9EEF-F591-C9666AC32AF1}"/>
              </a:ext>
            </a:extLst>
          </p:cNvPr>
          <p:cNvSpPr>
            <a:spLocks xmlns:a="http://schemas.openxmlformats.org/drawingml/2006/main" noGrp="1"/>
          </p:cNvSpPr>
          <p:nvPr>
            <p:ph type="title" idx="0"/>
          </p:nvPr>
        </p:nvSpPr>
        <p:spPr>
          <a:xfrm xmlns:a="http://schemas.openxmlformats.org/drawingml/2006/main">
            <a:off x="133815" y="189689"/>
            <a:ext cx="11341905" cy="1629485"/>
          </a:xfrm>
        </p:spPr>
        <p:txBody>
          <a:bodyPr xmlns:a="http://schemas.openxmlformats.org/drawingml/2006/main" anchor="t">
            <a:normAutofit/>
          </a:bodyPr>
          <a:lstStyle xmlns:a="http://schemas.openxmlformats.org/drawingml/2006/main">
            <a:lvl1pPr>
              <a:buNone/>
              <a:defRPr sz="7600" baseline="0"/>
            </a:lvl1pPr>
          </a:lstStyle>
          <a:p xmlns:a="http://schemas.openxmlformats.org/drawingml/2006/main">
            <a:r>
              <a:t>Click to edit Master title style</a:t>
            </a:r>
            <a:endParaRPr/>
          </a:p>
        </p:txBody>
      </p:sp>
      <p:sp>
        <p:nvSpPr>
          <p:cNvPr id="7" name="Content Placeholder 6">
            <a:extLst xmlns:a="http://schemas.openxmlformats.org/drawingml/2006/main">
              <a:ext uri="{FF2B5EF4-FFF2-40B4-BE49-F238E27FC236}">
                <a16:creationId xmlns:a16="http://schemas.microsoft.com/office/drawing/2014/main" id="{28C8B19A-6FC1-2B71-0BFB-9274CBF396B9}"/>
              </a:ext>
            </a:extLst>
          </p:cNvPr>
          <p:cNvSpPr>
            <a:spLocks xmlns:a="http://schemas.openxmlformats.org/drawingml/2006/main" noGrp="1"/>
          </p:cNvSpPr>
          <p:nvPr>
            <p:ph idx="13"/>
          </p:nvPr>
        </p:nvSpPr>
        <p:spPr>
          <a:xfrm xmlns:a="http://schemas.openxmlformats.org/drawingml/2006/main">
            <a:off x="6096000" y="2362200"/>
            <a:ext cx="5829300" cy="3810000"/>
          </a:xfrm>
        </p:spPr>
        <p:txBody>
          <a:bodyPr xmlns:a="http://schemas.openxmlformats.org/drawingml/2006/main" vert="horz" lIns="91440" tIns="45720" rIns="91440" bIns="45720" anchor="b">
            <a:normAutofit/>
          </a:bodyPr>
          <a:lstStyle xmlns:a="http://schemas.openxmlformats.org/drawingml/2006/main">
            <a:lvl1pPr marL="457200" indent="-457200">
              <a:buFont typeface="+mj-lt"/>
              <a:buAutoNum type="arabicPeriod"/>
              <a:defRPr sz="1600"/>
            </a:lvl1pPr>
            <a:lvl2pPr marL="571500" indent="-342900">
              <a:buFont typeface="+mj-lt"/>
              <a:buAutoNum type="arabicPeriod"/>
              <a:defRPr sz="1600"/>
            </a:lvl2pPr>
            <a:lvl3pPr marL="800100" indent="-342900">
              <a:buFont typeface="+mj-lt"/>
              <a:buAutoNum type="arabicPeriod"/>
              <a:defRPr sz="1600"/>
            </a:lvl3pPr>
            <a:lvl4pPr>
              <a:buFont typeface="+mj-lt"/>
              <a:buAutoNum type="arabicPeriod"/>
              <a:defRPr sz="1600"/>
            </a:lvl4pPr>
            <a:lvl5pPr>
              <a:buFont typeface="+mj-lt"/>
              <a:buAutoNum type="arabicPeriod"/>
              <a:defRPr sz="16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Footer Placeholder 3">
            <a:extLst xmlns:a="http://schemas.openxmlformats.org/drawingml/2006/main">
              <a:ext uri="{FF2B5EF4-FFF2-40B4-BE49-F238E27FC236}">
                <a16:creationId xmlns:a16="http://schemas.microsoft.com/office/drawing/2014/main" id="{0B12CFE6-D05E-5478-B3A4-81DC4DCD741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Presentation title</a:t>
            </a:r>
            <a:endParaRPr/>
          </a:p>
        </p:txBody>
      </p:sp>
      <p:sp>
        <p:nvSpPr>
          <p:cNvPr id="3" name="Date Placeholder 2">
            <a:extLst xmlns:a="http://schemas.openxmlformats.org/drawingml/2006/main">
              <a:ext uri="{FF2B5EF4-FFF2-40B4-BE49-F238E27FC236}">
                <a16:creationId xmlns:a16="http://schemas.microsoft.com/office/drawing/2014/main" id="{6CC77F2D-39D2-22F7-CF0B-39D63EBF00B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5F68458-1A7A-4A29-A16B-4424C6D3B5E6}" type="datetime1">
              <a:t>8/30/26</a:t>
            </a:fld>
            <a:endParaRPr/>
          </a:p>
        </p:txBody>
      </p:sp>
      <p:sp>
        <p:nvSpPr>
          <p:cNvPr id="5" name="Slide Number Placeholder 4">
            <a:extLst xmlns:a="http://schemas.openxmlformats.org/drawingml/2006/main">
              <a:ext uri="{FF2B5EF4-FFF2-40B4-BE49-F238E27FC236}">
                <a16:creationId xmlns:a16="http://schemas.microsoft.com/office/drawing/2014/main" id="{626B86D3-24E1-029E-BA22-9F17F9517D6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EAA3239-9EA4-4A65-A281-97F994456D9F}" type="slidenum">
              <a:t>‹#›</a:t>
            </a:fld>
            <a:endParaRPr/>
          </a:p>
        </p:txBody>
      </p:sp>
    </p:spTree>
  </p:cSld>
</p:sldLayout>
</file>

<file path=ppt/slideLayouts/slideLayout7.xml><?xml version="1.0" encoding="utf-8"?>
<p:sldLayout xmlns:p="http://schemas.openxmlformats.org/presentationml/2006/main" preserve="1">
  <p:cSld name="Agenda with Picture">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E4019F8-742E-9EEF-F591-C9666AC32AF1}"/>
              </a:ext>
            </a:extLst>
          </p:cNvPr>
          <p:cNvSpPr>
            <a:spLocks xmlns:a="http://schemas.openxmlformats.org/drawingml/2006/main" noGrp="1"/>
          </p:cNvSpPr>
          <p:nvPr>
            <p:ph type="title" idx="0"/>
          </p:nvPr>
        </p:nvSpPr>
        <p:spPr>
          <a:xfrm xmlns:a="http://schemas.openxmlformats.org/drawingml/2006/main">
            <a:off x="182880" y="4061862"/>
            <a:ext cx="5913120" cy="2268359"/>
          </a:xfrm>
        </p:spPr>
        <p:txBody>
          <a:bodyPr xmlns:a="http://schemas.openxmlformats.org/drawingml/2006/main" anchor="t">
            <a:normAutofit/>
          </a:bodyPr>
          <a:lstStyle xmlns:a="http://schemas.openxmlformats.org/drawingml/2006/main">
            <a:lvl1pPr>
              <a:buNone/>
              <a:defRPr sz="5800"/>
            </a:lvl1pPr>
          </a:lstStyle>
          <a:p xmlns:a="http://schemas.openxmlformats.org/drawingml/2006/main">
            <a:r>
              <a:t>Click to edit Master title style</a:t>
            </a:r>
            <a:endParaRPr/>
          </a:p>
        </p:txBody>
      </p:sp>
      <p:sp>
        <p:nvSpPr>
          <p:cNvPr id="16" name="Picture Placeholder 15">
            <a:extLst xmlns:a="http://schemas.openxmlformats.org/drawingml/2006/main">
              <a:ext uri="{FF2B5EF4-FFF2-40B4-BE49-F238E27FC236}">
                <a16:creationId xmlns:a16="http://schemas.microsoft.com/office/drawing/2014/main" id="{F88BC23C-4171-DFCF-3175-10D2602FF561}"/>
              </a:ext>
            </a:extLst>
          </p:cNvPr>
          <p:cNvSpPr>
            <a:spLocks xmlns:a="http://schemas.openxmlformats.org/drawingml/2006/main" noGrp="1"/>
          </p:cNvSpPr>
          <p:nvPr>
            <p:ph type="pic" idx="14" hasCustomPrompt="1"/>
          </p:nvPr>
        </p:nvSpPr>
        <p:spPr>
          <a:xfrm xmlns:a="http://schemas.openxmlformats.org/drawingml/2006/main">
            <a:off x="274320" y="268508"/>
            <a:ext cx="11649456" cy="3609085"/>
          </a:xfrm>
          <a:custGeom xmlns:a="http://schemas.openxmlformats.org/drawingml/2006/main">
            <a:gdLst>
              <a:gd name="connsiteX0" fmla="*/ 283385 w 11658600"/>
              <a:gd name="connsiteY0" fmla="*/ 0 h 3609085"/>
              <a:gd name="connsiteX1" fmla="*/ 11375215 w 11658600"/>
              <a:gd name="connsiteY1" fmla="*/ 0 h 3609085"/>
              <a:gd name="connsiteX2" fmla="*/ 11658600 w 11658600"/>
              <a:gd name="connsiteY2" fmla="*/ 283385 h 3609085"/>
              <a:gd name="connsiteX3" fmla="*/ 11658600 w 11658600"/>
              <a:gd name="connsiteY3" fmla="*/ 3325700 h 3609085"/>
              <a:gd name="connsiteX4" fmla="*/ 11375215 w 11658600"/>
              <a:gd name="connsiteY4" fmla="*/ 3609085 h 3609085"/>
              <a:gd name="connsiteX5" fmla="*/ 283385 w 11658600"/>
              <a:gd name="connsiteY5" fmla="*/ 3609085 h 3609085"/>
              <a:gd name="connsiteX6" fmla="*/ 0 w 11658600"/>
              <a:gd name="connsiteY6" fmla="*/ 3325700 h 3609085"/>
              <a:gd name="connsiteX7" fmla="*/ 0 w 11658600"/>
              <a:gd name="connsiteY7" fmla="*/ 283385 h 3609085"/>
              <a:gd name="connsiteX8" fmla="*/ 283385 w 11658600"/>
              <a:gd name="connsiteY8" fmla="*/ 0 h 3609085"/>
            </a:gdLst>
            <a:rect l="l" t="t" r="r" b="b"/>
            <a:pathLst>
              <a:path w="11658600" h="3609085">
                <a:moveTo>
                  <a:pt x="283385" y="0"/>
                </a:moveTo>
                <a:lnTo>
                  <a:pt x="11375215" y="0"/>
                </a:lnTo>
                <a:cubicBezTo>
                  <a:pt x="11531724" y="0"/>
                  <a:pt x="11658600" y="126876"/>
                  <a:pt x="11658600" y="283385"/>
                </a:cubicBezTo>
                <a:lnTo>
                  <a:pt x="11658600" y="3325700"/>
                </a:lnTo>
                <a:cubicBezTo>
                  <a:pt x="11658600" y="3482209"/>
                  <a:pt x="11531724" y="3609085"/>
                  <a:pt x="11375215" y="3609085"/>
                </a:cubicBezTo>
                <a:lnTo>
                  <a:pt x="283385" y="3609085"/>
                </a:lnTo>
                <a:cubicBezTo>
                  <a:pt x="126876" y="3609085"/>
                  <a:pt x="0" y="3482209"/>
                  <a:pt x="0" y="3325700"/>
                </a:cubicBezTo>
                <a:lnTo>
                  <a:pt x="0" y="283385"/>
                </a:lnTo>
                <a:cubicBezTo>
                  <a:pt x="0" y="126876"/>
                  <a:pt x="126876" y="0"/>
                  <a:pt x="283385" y="0"/>
                </a:cubicBezTo>
                <a:close/>
              </a:path>
            </a:pathLst>
          </a:custGeom>
          <a:blipFill xmlns:a="http://schemas.openxmlformats.org/drawingml/2006/main">
            <a:blip xmlns:r="http://schemas.openxmlformats.org/officeDocument/2006/relationships" r:embed="R115383b4925b4ec7">
              <a:alphaModFix amt="60000"/>
            </a:blip>
            <a:stretch>
              <a:fillRect l="0" t="0" r="0" b="0"/>
            </a:stretch>
          </a:blipFill>
        </p:spPr>
        <p:txBody>
          <a:bodyPr xmlns:a="http://schemas.openxmlformats.org/drawingml/2006/main" wrap="square">
            <a:noAutofit/>
          </a:bodyPr>
          <a:lstStyle xmlns:a="http://schemas.openxmlformats.org/drawingml/2006/main">
            <a:lvl1pPr marL="0" indent="0">
              <a:buNone/>
              <a:defRPr/>
            </a:lvl1pPr>
          </a:lstStyle>
          <a:p xmlns:a="http://schemas.openxmlformats.org/drawingml/2006/main">
            <a:r>
              <a:t>  </a:t>
            </a:r>
          </a:p>
        </p:txBody>
      </p:sp>
      <p:sp>
        <p:nvSpPr>
          <p:cNvPr id="7" name="Content Placeholder 6">
            <a:extLst xmlns:a="http://schemas.openxmlformats.org/drawingml/2006/main">
              <a:ext uri="{FF2B5EF4-FFF2-40B4-BE49-F238E27FC236}">
                <a16:creationId xmlns:a16="http://schemas.microsoft.com/office/drawing/2014/main" id="{28C8B19A-6FC1-2B71-0BFB-9274CBF396B9}"/>
              </a:ext>
            </a:extLst>
          </p:cNvPr>
          <p:cNvSpPr>
            <a:spLocks xmlns:a="http://schemas.openxmlformats.org/drawingml/2006/main" noGrp="1"/>
          </p:cNvSpPr>
          <p:nvPr>
            <p:ph idx="13"/>
          </p:nvPr>
        </p:nvSpPr>
        <p:spPr>
          <a:xfrm xmlns:a="http://schemas.openxmlformats.org/drawingml/2006/main">
            <a:off x="7515973" y="4039118"/>
            <a:ext cx="4419601" cy="2268360"/>
          </a:xfrm>
        </p:spPr>
        <p:txBody>
          <a:bodyPr xmlns:a="http://schemas.openxmlformats.org/drawingml/2006/main" vert="horz" lIns="91440" tIns="45720" rIns="91440" bIns="45720">
            <a:normAutofit/>
          </a:bodyPr>
          <a:lstStyle xmlns:a="http://schemas.openxmlformats.org/drawingml/2006/main">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a:buFont typeface="+mj-lt"/>
              <a:buAutoNum type="arabicPeriod"/>
              <a:defRPr sz="1400"/>
            </a:lvl4pPr>
            <a:lvl5pPr>
              <a:buFont typeface="+mj-lt"/>
              <a:buAutoNum type="arabicPeriod"/>
              <a:defRPr sz="1400"/>
            </a:lvl5pPr>
          </a:lstStyle>
          <a:p xmlns:a="http://schemas.openxmlformats.org/drawingml/2006/main">
            <a:pPr marL="228600" lvl="0" indent="-228600">
              <a:buNone/>
            </a:pPr>
            <a:r>
              <a:t>Click to edit Master text styles</a:t>
            </a:r>
          </a:p>
          <a:p xmlns:a="http://schemas.openxmlformats.org/drawingml/2006/main">
            <a:pPr marL="228600" lvl="1" indent="-228600">
              <a:buNone/>
            </a:pPr>
            <a:r>
              <a:t>Second level</a:t>
            </a:r>
          </a:p>
          <a:p xmlns:a="http://schemas.openxmlformats.org/drawingml/2006/main">
            <a:pPr marL="228600" lvl="2" indent="-228600">
              <a:buNone/>
            </a:pPr>
            <a:r>
              <a:t>Third level</a:t>
            </a:r>
          </a:p>
          <a:p xmlns:a="http://schemas.openxmlformats.org/drawingml/2006/main">
            <a:pPr marL="228600" lvl="3" indent="-228600">
              <a:buNone/>
            </a:pPr>
            <a:r>
              <a:t>Fourth level</a:t>
            </a:r>
          </a:p>
          <a:p xmlns:a="http://schemas.openxmlformats.org/drawingml/2006/main">
            <a:pPr marL="228600" lvl="4" indent="-228600">
              <a:buNone/>
            </a:pPr>
            <a:r>
              <a:t>Fifth level</a:t>
            </a:r>
            <a:endParaRPr/>
          </a:p>
        </p:txBody>
      </p:sp>
      <p:sp>
        <p:nvSpPr>
          <p:cNvPr id="4" name="Footer Placeholder 3">
            <a:extLst xmlns:a="http://schemas.openxmlformats.org/drawingml/2006/main">
              <a:ext uri="{FF2B5EF4-FFF2-40B4-BE49-F238E27FC236}">
                <a16:creationId xmlns:a16="http://schemas.microsoft.com/office/drawing/2014/main" id="{0B12CFE6-D05E-5478-B3A4-81DC4DCD7410}"/>
              </a:ext>
            </a:extLst>
          </p:cNvPr>
          <p:cNvSpPr>
            <a:spLocks xmlns:a="http://schemas.openxmlformats.org/drawingml/2006/main" noGrp="1"/>
          </p:cNvSpPr>
          <p:nvPr>
            <p:ph type="ftr" idx="11"/>
          </p:nvPr>
        </p:nvSpPr>
        <p:spPr>
          <a:xfrm xmlns:a="http://schemas.openxmlformats.org/drawingml/2006/main">
            <a:off x="182880" y="6387737"/>
            <a:ext cx="2703777" cy="338328"/>
          </a:xfrm>
        </p:spPr>
        <p:txBody>
          <a:bodyPr xmlns:a="http://schemas.openxmlformats.org/drawingml/2006/main"/>
          <a:lstStyle xmlns:a="http://schemas.openxmlformats.org/drawingml/2006/main"/>
          <a:p xmlns:a="http://schemas.openxmlformats.org/drawingml/2006/main">
            <a:r>
              <a:t>Presentation title</a:t>
            </a:r>
            <a:endParaRPr/>
          </a:p>
        </p:txBody>
      </p:sp>
      <p:sp>
        <p:nvSpPr>
          <p:cNvPr id="3" name="Date Placeholder 2">
            <a:extLst xmlns:a="http://schemas.openxmlformats.org/drawingml/2006/main">
              <a:ext uri="{FF2B5EF4-FFF2-40B4-BE49-F238E27FC236}">
                <a16:creationId xmlns:a16="http://schemas.microsoft.com/office/drawing/2014/main" id="{6CC77F2D-39D2-22F7-CF0B-39D63EBF00B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5F68458-1A7A-4A29-A16B-4424C6D3B5E6}" type="datetime1">
              <a:t>8/30/26</a:t>
            </a:fld>
            <a:endParaRPr/>
          </a:p>
        </p:txBody>
      </p:sp>
      <p:sp>
        <p:nvSpPr>
          <p:cNvPr id="5" name="Slide Number Placeholder 4">
            <a:extLst xmlns:a="http://schemas.openxmlformats.org/drawingml/2006/main">
              <a:ext uri="{FF2B5EF4-FFF2-40B4-BE49-F238E27FC236}">
                <a16:creationId xmlns:a16="http://schemas.microsoft.com/office/drawing/2014/main" id="{626B86D3-24E1-029E-BA22-9F17F9517D6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EAA3239-9EA4-4A65-A281-97F994456D9F}" type="slidenum">
              <a:t>‹#›</a:t>
            </a:fld>
            <a:endParaRPr/>
          </a:p>
        </p:txBody>
      </p:sp>
    </p:spTree>
  </p:cSld>
</p:sldLayout>
</file>

<file path=ppt/slideLayouts/slideLayout8.xml><?xml version="1.0" encoding="utf-8"?>
<p:sldLayout xmlns:p="http://schemas.openxmlformats.org/presentationml/2006/main" preserve="1">
  <p:cSld name="Content 2">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C7433D9-FD02-59E2-0F81-A0B7201D2DA0}"/>
              </a:ext>
            </a:extLst>
          </p:cNvPr>
          <p:cNvSpPr>
            <a:spLocks xmlns:a="http://schemas.openxmlformats.org/drawingml/2006/main" noGrp="1"/>
          </p:cNvSpPr>
          <p:nvPr>
            <p:ph type="title" idx="0"/>
          </p:nvPr>
        </p:nvSpPr>
        <p:spPr>
          <a:xfrm xmlns:a="http://schemas.openxmlformats.org/drawingml/2006/main">
            <a:off x="1225131" y="1638299"/>
            <a:ext cx="3314700" cy="3873268"/>
          </a:xfrm>
        </p:spPr>
        <p:txBody>
          <a:bodyPr xmlns:a="http://schemas.openxmlformats.org/drawingml/2006/main" anchor="t">
            <a:normAutofit/>
          </a:bodyPr>
          <a:lstStyle xmlns:a="http://schemas.openxmlformats.org/drawingml/2006/main">
            <a:lvl1pPr>
              <a:buNone/>
              <a:defRPr sz="3000"/>
            </a:lvl1pPr>
          </a:lstStyle>
          <a:p xmlns:a="http://schemas.openxmlformats.org/drawingml/2006/main">
            <a:r>
              <a:t>Click to edit Master title style</a:t>
            </a:r>
            <a:endParaRPr/>
          </a:p>
        </p:txBody>
      </p:sp>
      <p:sp>
        <p:nvSpPr>
          <p:cNvPr id="8" name="Content Placeholder 7">
            <a:extLst xmlns:a="http://schemas.openxmlformats.org/drawingml/2006/main">
              <a:ext uri="{FF2B5EF4-FFF2-40B4-BE49-F238E27FC236}">
                <a16:creationId xmlns:a16="http://schemas.microsoft.com/office/drawing/2014/main" id="{FFB4667A-FE47-8556-FD3A-55FDBA801D76}"/>
              </a:ext>
            </a:extLst>
          </p:cNvPr>
          <p:cNvSpPr>
            <a:spLocks xmlns:a="http://schemas.openxmlformats.org/drawingml/2006/main" noGrp="1"/>
          </p:cNvSpPr>
          <p:nvPr>
            <p:ph idx="13"/>
          </p:nvPr>
        </p:nvSpPr>
        <p:spPr>
          <a:xfrm xmlns:a="http://schemas.openxmlformats.org/drawingml/2006/main">
            <a:off x="4901019" y="1638299"/>
            <a:ext cx="6080760" cy="3873267"/>
          </a:xfrm>
        </p:spPr>
        <p:txBody>
          <a:bodyPr xmlns:a="http://schemas.openxmlformats.org/drawingml/2006/main" vert="horz" lIns="91440" tIns="45720" rIns="91440" bIns="45720">
            <a:normAutofit/>
          </a:bodyPr>
          <a:lstStyle xmlns:a="http://schemas.openxmlformats.org/drawingml/2006/main">
            <a:lvl1pPr>
              <a:buNone/>
              <a:defRPr/>
            </a:lvl1pPr>
            <a:lvl2pPr>
              <a:buNone/>
              <a:defRPr/>
            </a:lvl2pPr>
            <a:lvl3pPr>
              <a:buNone/>
              <a:defRPr/>
            </a:lvl3pPr>
            <a:lvl4pPr>
              <a:buNone/>
              <a:defRPr/>
            </a:lvl4pPr>
            <a:lvl5pPr>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Footer Placeholder 4">
            <a:extLst xmlns:a="http://schemas.openxmlformats.org/drawingml/2006/main">
              <a:ext uri="{FF2B5EF4-FFF2-40B4-BE49-F238E27FC236}">
                <a16:creationId xmlns:a16="http://schemas.microsoft.com/office/drawing/2014/main" id="{B17E6B5E-6174-FD5C-41E8-FFC44C650D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Presentation title</a:t>
            </a:r>
            <a:endParaRPr/>
          </a:p>
        </p:txBody>
      </p:sp>
      <p:sp>
        <p:nvSpPr>
          <p:cNvPr id="4" name="Date Placeholder 3">
            <a:extLst xmlns:a="http://schemas.openxmlformats.org/drawingml/2006/main">
              <a:ext uri="{FF2B5EF4-FFF2-40B4-BE49-F238E27FC236}">
                <a16:creationId xmlns:a16="http://schemas.microsoft.com/office/drawing/2014/main" id="{0B9485D1-E172-8F0A-A425-3097B3ABCFB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5F68458-1A7A-4A29-A16B-4424C6D3B5E6}" type="datetime1">
              <a:t>8/30/26</a:t>
            </a:fld>
            <a:endParaRPr/>
          </a:p>
        </p:txBody>
      </p:sp>
      <p:sp>
        <p:nvSpPr>
          <p:cNvPr id="6" name="Slide Number Placeholder 5">
            <a:extLst xmlns:a="http://schemas.openxmlformats.org/drawingml/2006/main">
              <a:ext uri="{FF2B5EF4-FFF2-40B4-BE49-F238E27FC236}">
                <a16:creationId xmlns:a16="http://schemas.microsoft.com/office/drawing/2014/main" id="{4BF72154-F85B-E301-DA57-E314D731591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EAA3239-9EA4-4A65-A281-97F994456D9F}" type="slidenum">
              <a:t>‹#›</a:t>
            </a:fld>
            <a:endParaRPr/>
          </a:p>
        </p:txBody>
      </p:sp>
    </p:spTree>
  </p:cSld>
</p:sldLayout>
</file>

<file path=ppt/slideLayouts/slideLayout9.xml><?xml version="1.0" encoding="utf-8"?>
<p:sldLayout xmlns:p="http://schemas.openxmlformats.org/presentationml/2006/main" preserve="1">
  <p:cSld name="Content 3">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C7433D9-FD02-59E2-0F81-A0B7201D2DA0}"/>
              </a:ext>
            </a:extLst>
          </p:cNvPr>
          <p:cNvSpPr>
            <a:spLocks xmlns:a="http://schemas.openxmlformats.org/drawingml/2006/main" noGrp="1"/>
          </p:cNvSpPr>
          <p:nvPr>
            <p:ph type="title" idx="0"/>
          </p:nvPr>
        </p:nvSpPr>
        <p:spPr>
          <a:xfrm xmlns:a="http://schemas.openxmlformats.org/drawingml/2006/main">
            <a:off x="182880" y="219456"/>
            <a:ext cx="3310394" cy="4058127"/>
          </a:xfrm>
        </p:spPr>
        <p:txBody>
          <a:bodyPr xmlns:a="http://schemas.openxmlformats.org/drawingml/2006/main" anchor="t">
            <a:normAutofit/>
          </a:bodyPr>
          <a:lstStyle xmlns:a="http://schemas.openxmlformats.org/drawingml/2006/main">
            <a:lvl1pPr>
              <a:buNone/>
              <a:defRPr sz="3000"/>
            </a:lvl1pPr>
          </a:lstStyle>
          <a:p xmlns:a="http://schemas.openxmlformats.org/drawingml/2006/main">
            <a:r>
              <a:t>Click to edit Master title style</a:t>
            </a:r>
            <a:endParaRPr/>
          </a:p>
        </p:txBody>
      </p:sp>
      <p:sp>
        <p:nvSpPr>
          <p:cNvPr id="8" name="Content Placeholder 7">
            <a:extLst xmlns:a="http://schemas.openxmlformats.org/drawingml/2006/main">
              <a:ext uri="{FF2B5EF4-FFF2-40B4-BE49-F238E27FC236}">
                <a16:creationId xmlns:a16="http://schemas.microsoft.com/office/drawing/2014/main" id="{C6F072A2-EBC7-B7EA-DA98-BAC0AA46E7A4}"/>
              </a:ext>
            </a:extLst>
          </p:cNvPr>
          <p:cNvSpPr>
            <a:spLocks xmlns:a="http://schemas.openxmlformats.org/drawingml/2006/main" noGrp="1"/>
          </p:cNvSpPr>
          <p:nvPr>
            <p:ph idx="13"/>
          </p:nvPr>
        </p:nvSpPr>
        <p:spPr>
          <a:xfrm xmlns:a="http://schemas.openxmlformats.org/drawingml/2006/main">
            <a:off x="3972674" y="266700"/>
            <a:ext cx="7688495" cy="6047836"/>
          </a:xfrm>
        </p:spPr>
        <p:txBody>
          <a:bodyPr xmlns:a="http://schemas.openxmlformats.org/drawingml/2006/main" vert="horz" lIns="91440" tIns="45720" rIns="91440" bIns="45720">
            <a:normAutofit/>
          </a:bodyPr>
          <a:lstStyle xmlns:a="http://schemas.openxmlformats.org/drawingml/2006/main">
            <a:lvl1pPr>
              <a:buNone/>
              <a:defRPr/>
            </a:lvl1pPr>
            <a:lvl2pPr>
              <a:buNone/>
              <a:defRPr/>
            </a:lvl2pPr>
            <a:lvl3pPr>
              <a:buNone/>
              <a:defRPr/>
            </a:lvl3pPr>
            <a:lvl4pPr>
              <a:buNone/>
              <a:defRPr/>
            </a:lvl4pPr>
            <a:lvl5pPr>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Footer Placeholder 4">
            <a:extLst xmlns:a="http://schemas.openxmlformats.org/drawingml/2006/main">
              <a:ext uri="{FF2B5EF4-FFF2-40B4-BE49-F238E27FC236}">
                <a16:creationId xmlns:a16="http://schemas.microsoft.com/office/drawing/2014/main" id="{B17E6B5E-6174-FD5C-41E8-FFC44C650D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Presentation title</a:t>
            </a:r>
            <a:endParaRPr/>
          </a:p>
        </p:txBody>
      </p:sp>
      <p:sp>
        <p:nvSpPr>
          <p:cNvPr id="4" name="Date Placeholder 3">
            <a:extLst xmlns:a="http://schemas.openxmlformats.org/drawingml/2006/main">
              <a:ext uri="{FF2B5EF4-FFF2-40B4-BE49-F238E27FC236}">
                <a16:creationId xmlns:a16="http://schemas.microsoft.com/office/drawing/2014/main" id="{0B9485D1-E172-8F0A-A425-3097B3ABCFB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5F68458-1A7A-4A29-A16B-4424C6D3B5E6}" type="datetime1">
              <a:t>8/30/26</a:t>
            </a:fld>
            <a:endParaRPr/>
          </a:p>
        </p:txBody>
      </p:sp>
      <p:sp>
        <p:nvSpPr>
          <p:cNvPr id="6" name="Slide Number Placeholder 5">
            <a:extLst xmlns:a="http://schemas.openxmlformats.org/drawingml/2006/main">
              <a:ext uri="{FF2B5EF4-FFF2-40B4-BE49-F238E27FC236}">
                <a16:creationId xmlns:a16="http://schemas.microsoft.com/office/drawing/2014/main" id="{4BF72154-F85B-E301-DA57-E314D731591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EAA3239-9EA4-4A65-A281-97F994456D9F}" type="slidenum">
              <a:t>‹#›</a:t>
            </a:fld>
            <a:endParaRPr/>
          </a:p>
        </p:txBody>
      </p:sp>
    </p:spTree>
  </p:cSld>
</p:sldLayout>
</file>

<file path=ppt/slideLayouts/slideLayout10.xml><?xml version="1.0" encoding="utf-8"?>
<p:sldLayout xmlns:p="http://schemas.openxmlformats.org/presentationml/2006/main" preserve="1">
  <p:cSld name="Content with Pictur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4919525" y="219456"/>
            <a:ext cx="6376547" cy="1066006"/>
          </a:xfrm>
        </p:spPr>
        <p:txBody>
          <a:bodyPr xmlns:a="http://schemas.openxmlformats.org/drawingml/2006/main" anchor="t"/>
          <a:lstStyle xmlns:a="http://schemas.openxmlformats.org/drawingml/2006/main"/>
          <a:p xmlns:a="http://schemas.openxmlformats.org/drawingml/2006/main">
            <a:r>
              <a:t>Click to edit Master title style</a:t>
            </a:r>
            <a:endParaRPr/>
          </a:p>
        </p:txBody>
      </p:sp>
      <p:sp>
        <p:nvSpPr>
          <p:cNvPr id="10" name="Picture Placeholder 9">
            <a:extLst xmlns:a="http://schemas.openxmlformats.org/drawingml/2006/main">
              <a:ext uri="{FF2B5EF4-FFF2-40B4-BE49-F238E27FC236}">
                <a16:creationId xmlns:a16="http://schemas.microsoft.com/office/drawing/2014/main" id="{AC455FC9-9346-2F53-C58C-5C64036CD926}"/>
              </a:ext>
            </a:extLst>
          </p:cNvPr>
          <p:cNvSpPr>
            <a:spLocks xmlns:a="http://schemas.openxmlformats.org/drawingml/2006/main" noGrp="1"/>
          </p:cNvSpPr>
          <p:nvPr>
            <p:ph type="pic" idx="13" hasCustomPrompt="1"/>
          </p:nvPr>
        </p:nvSpPr>
        <p:spPr>
          <a:xfrm xmlns:a="http://schemas.openxmlformats.org/drawingml/2006/main">
            <a:off x="274320" y="268573"/>
            <a:ext cx="4419600" cy="6325969"/>
          </a:xfrm>
          <a:custGeom xmlns:a="http://schemas.openxmlformats.org/drawingml/2006/main">
            <a:gdLst>
              <a:gd name="connsiteX0" fmla="*/ 300746 w 4381500"/>
              <a:gd name="connsiteY0" fmla="*/ 0 h 6290961"/>
              <a:gd name="connsiteX1" fmla="*/ 4080754 w 4381500"/>
              <a:gd name="connsiteY1" fmla="*/ 0 h 6290961"/>
              <a:gd name="connsiteX2" fmla="*/ 4381500 w 4381500"/>
              <a:gd name="connsiteY2" fmla="*/ 300746 h 6290961"/>
              <a:gd name="connsiteX3" fmla="*/ 4381500 w 4381500"/>
              <a:gd name="connsiteY3" fmla="*/ 5990215 h 6290961"/>
              <a:gd name="connsiteX4" fmla="*/ 4080754 w 4381500"/>
              <a:gd name="connsiteY4" fmla="*/ 6290961 h 6290961"/>
              <a:gd name="connsiteX5" fmla="*/ 300746 w 4381500"/>
              <a:gd name="connsiteY5" fmla="*/ 6290961 h 6290961"/>
              <a:gd name="connsiteX6" fmla="*/ 0 w 4381500"/>
              <a:gd name="connsiteY6" fmla="*/ 5990215 h 6290961"/>
              <a:gd name="connsiteX7" fmla="*/ 0 w 4381500"/>
              <a:gd name="connsiteY7" fmla="*/ 300746 h 6290961"/>
              <a:gd name="connsiteX8" fmla="*/ 300746 w 4381500"/>
              <a:gd name="connsiteY8" fmla="*/ 0 h 6290961"/>
            </a:gdLst>
            <a:rect l="l" t="t" r="r" b="b"/>
            <a:pathLst>
              <a:path w="4381500" h="6290961">
                <a:moveTo>
                  <a:pt x="300746" y="0"/>
                </a:moveTo>
                <a:lnTo>
                  <a:pt x="4080754" y="0"/>
                </a:lnTo>
                <a:cubicBezTo>
                  <a:pt x="4246851" y="0"/>
                  <a:pt x="4381500" y="134649"/>
                  <a:pt x="4381500" y="300746"/>
                </a:cubicBezTo>
                <a:lnTo>
                  <a:pt x="4381500" y="5990215"/>
                </a:lnTo>
                <a:cubicBezTo>
                  <a:pt x="4381500" y="6156312"/>
                  <a:pt x="4246851" y="6290961"/>
                  <a:pt x="4080754" y="6290961"/>
                </a:cubicBezTo>
                <a:lnTo>
                  <a:pt x="300746" y="6290961"/>
                </a:lnTo>
                <a:cubicBezTo>
                  <a:pt x="134649" y="6290961"/>
                  <a:pt x="0" y="6156312"/>
                  <a:pt x="0" y="5990215"/>
                </a:cubicBezTo>
                <a:lnTo>
                  <a:pt x="0" y="300746"/>
                </a:lnTo>
                <a:cubicBezTo>
                  <a:pt x="0" y="134649"/>
                  <a:pt x="134649" y="0"/>
                  <a:pt x="300746" y="0"/>
                </a:cubicBezTo>
                <a:close/>
              </a:path>
            </a:pathLst>
          </a:custGeom>
          <a:blipFill xmlns:a="http://schemas.openxmlformats.org/drawingml/2006/main" rotWithShape="1">
            <a:blip xmlns:r="http://schemas.openxmlformats.org/officeDocument/2006/relationships" r:embed="R3c5ed943f81f4b8e">
              <a:alphaModFix amt="60000"/>
            </a:blip>
            <a:srcRect l="0" t="0" r="0" b="0"/>
            <a:stretch>
              <a:fillRect l="0" t="0" r="0" b="0"/>
            </a:stretch>
          </a:blipFill>
        </p:spPr>
        <p:txBody>
          <a:bodyPr xmlns:a="http://schemas.openxmlformats.org/drawingml/2006/main" wrap="square">
            <a:noAutofit/>
          </a:bodyPr>
          <a:lstStyle xmlns:a="http://schemas.openxmlformats.org/drawingml/2006/main">
            <a:lvl1pPr marL="0" indent="0">
              <a:buNone/>
              <a:defRPr/>
            </a:lvl1pPr>
          </a:lstStyle>
          <a:p xmlns:a="http://schemas.openxmlformats.org/drawingml/2006/main">
            <a:r>
              <a:t> </a:t>
            </a:r>
          </a:p>
        </p:txBody>
      </p:sp>
      <p:sp>
        <p:nvSpPr>
          <p:cNvPr id="8" name="Content Placeholder 7">
            <a:extLst xmlns:a="http://schemas.openxmlformats.org/drawingml/2006/main">
              <a:ext uri="{FF2B5EF4-FFF2-40B4-BE49-F238E27FC236}">
                <a16:creationId xmlns:a16="http://schemas.microsoft.com/office/drawing/2014/main" id="{818B74D6-CD72-B859-C229-60DB988B25E3}"/>
              </a:ext>
            </a:extLst>
          </p:cNvPr>
          <p:cNvSpPr>
            <a:spLocks xmlns:a="http://schemas.openxmlformats.org/drawingml/2006/main" noGrp="1"/>
          </p:cNvSpPr>
          <p:nvPr>
            <p:ph idx="14"/>
          </p:nvPr>
        </p:nvSpPr>
        <p:spPr>
          <a:xfrm xmlns:a="http://schemas.openxmlformats.org/drawingml/2006/main">
            <a:off x="4919526" y="1285462"/>
            <a:ext cx="6376546" cy="4986355"/>
          </a:xfrm>
        </p:spPr>
        <p:txBody>
          <a:bodyPr xmlns:a="http://schemas.openxmlformats.org/drawingml/2006/main" anchor="b"/>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6" name="Footer Placeholder 5">
            <a:extLst xmlns:a="http://schemas.openxmlformats.org/drawingml/2006/main">
              <a:ext uri="{FF2B5EF4-FFF2-40B4-BE49-F238E27FC236}">
                <a16:creationId xmlns:a16="http://schemas.microsoft.com/office/drawing/2014/main" id="{C2BDD5A2-CE3E-3215-6DAA-F75C0D1229DA}"/>
              </a:ext>
            </a:extLst>
          </p:cNvPr>
          <p:cNvSpPr>
            <a:spLocks xmlns:a="http://schemas.openxmlformats.org/drawingml/2006/main" noGrp="1"/>
          </p:cNvSpPr>
          <p:nvPr>
            <p:ph type="ftr" idx="11"/>
          </p:nvPr>
        </p:nvSpPr>
        <p:spPr>
          <a:xfrm xmlns:a="http://schemas.openxmlformats.org/drawingml/2006/main">
            <a:off x="4919526" y="6387737"/>
            <a:ext cx="2703777" cy="338328"/>
          </a:xfrm>
        </p:spPr>
        <p:txBody>
          <a:bodyPr xmlns:a="http://schemas.openxmlformats.org/drawingml/2006/main"/>
          <a:lstStyle xmlns:a="http://schemas.openxmlformats.org/drawingml/2006/main"/>
          <a:p xmlns:a="http://schemas.openxmlformats.org/drawingml/2006/main">
            <a:r>
              <a:t>Presentation title</a:t>
            </a:r>
            <a:endParaRPr/>
          </a:p>
        </p:txBody>
      </p:sp>
      <p:sp>
        <p:nvSpPr>
          <p:cNvPr id="5" name="Date Placeholder 4">
            <a:extLst xmlns:a="http://schemas.openxmlformats.org/drawingml/2006/main">
              <a:ext uri="{FF2B5EF4-FFF2-40B4-BE49-F238E27FC236}">
                <a16:creationId xmlns:a16="http://schemas.microsoft.com/office/drawing/2014/main" id="{897D0B7E-1A60-DA52-6965-92412B1C2F9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35F68458-1A7A-4A29-A16B-4424C6D3B5E6}" type="datetime1">
              <a:t>8/30/26</a:t>
            </a:fld>
            <a:endParaRPr/>
          </a:p>
        </p:txBody>
      </p:sp>
      <p:sp>
        <p:nvSpPr>
          <p:cNvPr id="7" name="Slide Number Placeholder 6">
            <a:extLst xmlns:a="http://schemas.openxmlformats.org/drawingml/2006/main">
              <a:ext uri="{FF2B5EF4-FFF2-40B4-BE49-F238E27FC236}">
                <a16:creationId xmlns:a16="http://schemas.microsoft.com/office/drawing/2014/main" id="{B1B822F1-284A-1786-FAF2-72129E2FE6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EAA3239-9EA4-4A65-A281-97F994456D9F}" type="slidenum">
              <a:t>‹#›</a:t>
            </a:fld>
            <a:endParaRPr/>
          </a:p>
        </p:txBody>
      </p:sp>
    </p:spTree>
  </p:cSld>
</p:sldLayout>
</file>

<file path=ppt/slideLayouts/slideLayout11.xml><?xml version="1.0" encoding="utf-8"?>
<p:sldLayout xmlns:p="http://schemas.openxmlformats.org/presentationml/2006/main" preserve="1">
  <p:cSld name="Content with Picture 2">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4188702" y="219456"/>
            <a:ext cx="7241297" cy="923544"/>
          </a:xfrm>
        </p:spPr>
        <p:txBody>
          <a:bodyPr xmlns:a="http://schemas.openxmlformats.org/drawingml/2006/main" anchor="t"/>
          <a:lstStyle xmlns:a="http://schemas.openxmlformats.org/drawingml/2006/main">
            <a:lvl1pPr>
              <a:buNone/>
              <a:defRPr/>
            </a:lvl1pPr>
          </a:lstStyle>
          <a:p xmlns:a="http://schemas.openxmlformats.org/drawingml/2006/main">
            <a:r>
              <a:t>Click to edit Master title style</a:t>
            </a:r>
            <a:endParaRPr/>
          </a:p>
        </p:txBody>
      </p:sp>
      <p:sp>
        <p:nvSpPr>
          <p:cNvPr id="20" name="Picture Placeholder 9">
            <a:extLst xmlns:a="http://schemas.openxmlformats.org/drawingml/2006/main">
              <a:ext uri="{FF2B5EF4-FFF2-40B4-BE49-F238E27FC236}">
                <a16:creationId xmlns:a16="http://schemas.microsoft.com/office/drawing/2014/main" id="{FC55F3DB-E75F-ADDF-8222-D3F62F2CCE82}"/>
              </a:ext>
            </a:extLst>
          </p:cNvPr>
          <p:cNvSpPr>
            <a:spLocks xmlns:a="http://schemas.openxmlformats.org/drawingml/2006/main" noGrp="1"/>
          </p:cNvSpPr>
          <p:nvPr>
            <p:ph type="pic" idx="13" hasCustomPrompt="1"/>
          </p:nvPr>
        </p:nvSpPr>
        <p:spPr>
          <a:xfrm xmlns:a="http://schemas.openxmlformats.org/drawingml/2006/main">
            <a:off x="274320" y="268573"/>
            <a:ext cx="3675888" cy="6327648"/>
          </a:xfrm>
          <a:custGeom xmlns:a="http://schemas.openxmlformats.org/drawingml/2006/main">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4 h 6320854"/>
              <a:gd name="connsiteX10" fmla="*/ 105939 w 3675888"/>
              <a:gd name="connsiteY10" fmla="*/ 6252721 h 6320854"/>
              <a:gd name="connsiteX11" fmla="*/ 51500 w 3675888"/>
              <a:gd name="connsiteY11" fmla="*/ 6192635 h 6320854"/>
              <a:gd name="connsiteX12" fmla="*/ 16622 w 3675888"/>
              <a:gd name="connsiteY12" fmla="*/ 6119873 h 6320854"/>
              <a:gd name="connsiteX13" fmla="*/ 12537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4"/>
                </a:lnTo>
                <a:lnTo>
                  <a:pt x="105939" y="6252721"/>
                </a:lnTo>
                <a:lnTo>
                  <a:pt x="51500" y="6192635"/>
                </a:lnTo>
                <a:lnTo>
                  <a:pt x="16622" y="6119873"/>
                </a:lnTo>
                <a:lnTo>
                  <a:pt x="12537" y="6106716"/>
                </a:lnTo>
                <a:lnTo>
                  <a:pt x="0" y="6023550"/>
                </a:lnTo>
                <a:lnTo>
                  <a:pt x="0" y="302420"/>
                </a:lnTo>
                <a:cubicBezTo>
                  <a:pt x="0" y="135398"/>
                  <a:pt x="135007" y="0"/>
                  <a:pt x="301545" y="0"/>
                </a:cubicBezTo>
                <a:close/>
              </a:path>
            </a:pathLst>
          </a:custGeom>
          <a:blipFill xmlns:a="http://schemas.openxmlformats.org/drawingml/2006/main" rotWithShape="1">
            <a:blip xmlns:r="http://schemas.openxmlformats.org/officeDocument/2006/relationships" r:embed="Rfbae0adda9204585">
              <a:alphaModFix amt="60000"/>
            </a:blip>
            <a:srcRect l="0" t="0" r="0" b="0"/>
            <a:stretch>
              <a:fillRect l="0" t="0" r="0" b="0"/>
            </a:stretch>
          </a:blipFill>
        </p:spPr>
        <p:txBody>
          <a:bodyPr xmlns:a="http://schemas.openxmlformats.org/drawingml/2006/main" wrap="square">
            <a:noAutofit/>
          </a:bodyPr>
          <a:lstStyle xmlns:a="http://schemas.openxmlformats.org/drawingml/2006/main">
            <a:lvl1pPr marL="0" indent="0">
              <a:buNone/>
              <a:defRPr/>
            </a:lvl1pPr>
          </a:lstStyle>
          <a:p xmlns:a="http://schemas.openxmlformats.org/drawingml/2006/main">
            <a:r>
              <a:t> </a:t>
            </a:r>
          </a:p>
        </p:txBody>
      </p:sp>
      <p:sp>
        <p:nvSpPr>
          <p:cNvPr id="8" name="Content Placeholder 7">
            <a:extLst xmlns:a="http://schemas.openxmlformats.org/drawingml/2006/main">
              <a:ext uri="{FF2B5EF4-FFF2-40B4-BE49-F238E27FC236}">
                <a16:creationId xmlns:a16="http://schemas.microsoft.com/office/drawing/2014/main" id="{818B74D6-CD72-B859-C229-60DB988B25E3}"/>
              </a:ext>
            </a:extLst>
          </p:cNvPr>
          <p:cNvSpPr>
            <a:spLocks xmlns:a="http://schemas.openxmlformats.org/drawingml/2006/main" noGrp="1"/>
          </p:cNvSpPr>
          <p:nvPr>
            <p:ph idx="14"/>
          </p:nvPr>
        </p:nvSpPr>
        <p:spPr>
          <a:xfrm xmlns:a="http://schemas.openxmlformats.org/drawingml/2006/main">
            <a:off x="4188702" y="1143000"/>
            <a:ext cx="7241298" cy="5239512"/>
          </a:xfrm>
        </p:spPr>
        <p:txBody>
          <a:bodyPr xmlns:a="http://schemas.openxmlformats.org/drawingml/2006/main" anchor="b"/>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6" name="Footer Placeholder 5">
            <a:extLst xmlns:a="http://schemas.openxmlformats.org/drawingml/2006/main">
              <a:ext uri="{FF2B5EF4-FFF2-40B4-BE49-F238E27FC236}">
                <a16:creationId xmlns:a16="http://schemas.microsoft.com/office/drawing/2014/main" id="{C2BDD5A2-CE3E-3215-6DAA-F75C0D1229DA}"/>
              </a:ext>
            </a:extLst>
          </p:cNvPr>
          <p:cNvSpPr>
            <a:spLocks xmlns:a="http://schemas.openxmlformats.org/drawingml/2006/main" noGrp="1"/>
          </p:cNvSpPr>
          <p:nvPr>
            <p:ph type="ftr" idx="11"/>
          </p:nvPr>
        </p:nvSpPr>
        <p:spPr>
          <a:xfrm xmlns:a="http://schemas.openxmlformats.org/drawingml/2006/main">
            <a:off x="4188702" y="6382981"/>
            <a:ext cx="2703777" cy="338328"/>
          </a:xfrm>
        </p:spPr>
        <p:txBody>
          <a:bodyPr xmlns:a="http://schemas.openxmlformats.org/drawingml/2006/main"/>
          <a:lstStyle xmlns:a="http://schemas.openxmlformats.org/drawingml/2006/main"/>
          <a:p xmlns:a="http://schemas.openxmlformats.org/drawingml/2006/main">
            <a:r>
              <a:t>Presentation title</a:t>
            </a:r>
            <a:endParaRPr/>
          </a:p>
        </p:txBody>
      </p:sp>
      <p:sp>
        <p:nvSpPr>
          <p:cNvPr id="5" name="Date Placeholder 4">
            <a:extLst xmlns:a="http://schemas.openxmlformats.org/drawingml/2006/main">
              <a:ext uri="{FF2B5EF4-FFF2-40B4-BE49-F238E27FC236}">
                <a16:creationId xmlns:a16="http://schemas.microsoft.com/office/drawing/2014/main" id="{897D0B7E-1A60-DA52-6965-92412B1C2F9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35F68458-1A7A-4A29-A16B-4424C6D3B5E6}" type="datetime1">
              <a:t>8/30/26</a:t>
            </a:fld>
            <a:endParaRPr/>
          </a:p>
        </p:txBody>
      </p:sp>
      <p:sp>
        <p:nvSpPr>
          <p:cNvPr id="7" name="Slide Number Placeholder 6">
            <a:extLst xmlns:a="http://schemas.openxmlformats.org/drawingml/2006/main">
              <a:ext uri="{FF2B5EF4-FFF2-40B4-BE49-F238E27FC236}">
                <a16:creationId xmlns:a16="http://schemas.microsoft.com/office/drawing/2014/main" id="{B1B822F1-284A-1786-FAF2-72129E2FE6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EAA3239-9EA4-4A65-A281-97F994456D9F}" type="slidenum">
              <a:t>‹#›</a:t>
            </a:fld>
            <a:endParaRPr/>
          </a:p>
        </p:txBody>
      </p:sp>
    </p:spTree>
  </p:cSld>
</p:sldLayout>
</file>

<file path=ppt/slideLayouts/slideLayout12.xml><?xml version="1.0" encoding="utf-8"?>
<p:sldLayout xmlns:p="http://schemas.openxmlformats.org/presentationml/2006/main" preserve="1">
  <p:cSld name="Content with Picture 3">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182880" y="219456"/>
            <a:ext cx="7241297" cy="923544"/>
          </a:xfrm>
        </p:spPr>
        <p:txBody>
          <a:bodyPr xmlns:a="http://schemas.openxmlformats.org/drawingml/2006/main" anchor="t"/>
          <a:lstStyle xmlns:a="http://schemas.openxmlformats.org/drawingml/2006/main">
            <a:lvl1pPr>
              <a:buNone/>
              <a:defRPr/>
            </a:lvl1pPr>
          </a:lstStyle>
          <a:p xmlns:a="http://schemas.openxmlformats.org/drawingml/2006/main">
            <a:r>
              <a:t>Click to edit Master title style</a:t>
            </a:r>
            <a:endParaRPr/>
          </a:p>
        </p:txBody>
      </p:sp>
      <p:sp>
        <p:nvSpPr>
          <p:cNvPr id="8" name="Content Placeholder 7">
            <a:extLst xmlns:a="http://schemas.openxmlformats.org/drawingml/2006/main">
              <a:ext uri="{FF2B5EF4-FFF2-40B4-BE49-F238E27FC236}">
                <a16:creationId xmlns:a16="http://schemas.microsoft.com/office/drawing/2014/main" id="{818B74D6-CD72-B859-C229-60DB988B25E3}"/>
              </a:ext>
            </a:extLst>
          </p:cNvPr>
          <p:cNvSpPr>
            <a:spLocks xmlns:a="http://schemas.openxmlformats.org/drawingml/2006/main" noGrp="1"/>
          </p:cNvSpPr>
          <p:nvPr>
            <p:ph idx="14"/>
          </p:nvPr>
        </p:nvSpPr>
        <p:spPr>
          <a:xfrm xmlns:a="http://schemas.openxmlformats.org/drawingml/2006/main">
            <a:off x="182880" y="1143000"/>
            <a:ext cx="7241298" cy="5239512"/>
          </a:xfrm>
        </p:spPr>
        <p:txBody>
          <a:bodyPr xmlns:a="http://schemas.openxmlformats.org/drawingml/2006/main" anchor="b"/>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6" name="Footer Placeholder 5">
            <a:extLst xmlns:a="http://schemas.openxmlformats.org/drawingml/2006/main">
              <a:ext uri="{FF2B5EF4-FFF2-40B4-BE49-F238E27FC236}">
                <a16:creationId xmlns:a16="http://schemas.microsoft.com/office/drawing/2014/main" id="{C2BDD5A2-CE3E-3215-6DAA-F75C0D1229DA}"/>
              </a:ext>
            </a:extLst>
          </p:cNvPr>
          <p:cNvSpPr>
            <a:spLocks xmlns:a="http://schemas.openxmlformats.org/drawingml/2006/main" noGrp="1"/>
          </p:cNvSpPr>
          <p:nvPr>
            <p:ph type="ftr" idx="11"/>
          </p:nvPr>
        </p:nvSpPr>
        <p:spPr>
          <a:xfrm xmlns:a="http://schemas.openxmlformats.org/drawingml/2006/main">
            <a:off x="182880" y="6382981"/>
            <a:ext cx="2703777" cy="338328"/>
          </a:xfrm>
        </p:spPr>
        <p:txBody>
          <a:bodyPr xmlns:a="http://schemas.openxmlformats.org/drawingml/2006/main"/>
          <a:lstStyle xmlns:a="http://schemas.openxmlformats.org/drawingml/2006/main"/>
          <a:p xmlns:a="http://schemas.openxmlformats.org/drawingml/2006/main">
            <a:r>
              <a:t>Presentation title</a:t>
            </a:r>
            <a:endParaRPr/>
          </a:p>
        </p:txBody>
      </p:sp>
      <p:sp>
        <p:nvSpPr>
          <p:cNvPr id="5" name="Date Placeholder 4">
            <a:extLst xmlns:a="http://schemas.openxmlformats.org/drawingml/2006/main">
              <a:ext uri="{FF2B5EF4-FFF2-40B4-BE49-F238E27FC236}">
                <a16:creationId xmlns:a16="http://schemas.microsoft.com/office/drawing/2014/main" id="{897D0B7E-1A60-DA52-6965-92412B1C2F9F}"/>
              </a:ext>
            </a:extLst>
          </p:cNvPr>
          <p:cNvSpPr>
            <a:spLocks xmlns:a="http://schemas.openxmlformats.org/drawingml/2006/main" noGrp="1"/>
          </p:cNvSpPr>
          <p:nvPr>
            <p:ph type="dt" idx="10"/>
          </p:nvPr>
        </p:nvSpPr>
        <p:spPr>
          <a:xfrm xmlns:a="http://schemas.openxmlformats.org/drawingml/2006/main">
            <a:off x="6392093" y="6387128"/>
            <a:ext cx="1032084" cy="338328"/>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35F68458-1A7A-4A29-A16B-4424C6D3B5E6}" type="datetime1">
              <a:t>8/30/26</a:t>
            </a:fld>
            <a:endParaRPr/>
          </a:p>
        </p:txBody>
      </p:sp>
      <p:sp>
        <p:nvSpPr>
          <p:cNvPr id="7" name="Slide Number Placeholder 6">
            <a:extLst xmlns:a="http://schemas.openxmlformats.org/drawingml/2006/main">
              <a:ext uri="{FF2B5EF4-FFF2-40B4-BE49-F238E27FC236}">
                <a16:creationId xmlns:a16="http://schemas.microsoft.com/office/drawing/2014/main" id="{B1B822F1-284A-1786-FAF2-72129E2FE64D}"/>
              </a:ext>
            </a:extLst>
          </p:cNvPr>
          <p:cNvSpPr>
            <a:spLocks xmlns:a="http://schemas.openxmlformats.org/drawingml/2006/main" noGrp="1"/>
          </p:cNvSpPr>
          <p:nvPr>
            <p:ph type="sldNum" idx="12"/>
          </p:nvPr>
        </p:nvSpPr>
        <p:spPr>
          <a:xfrm xmlns:a="http://schemas.openxmlformats.org/drawingml/2006/main">
            <a:off x="7424177" y="6387128"/>
            <a:ext cx="457200" cy="338328"/>
          </a:xfrm>
        </p:spPr>
        <p:txBody>
          <a:bodyPr xmlns:a="http://schemas.openxmlformats.org/drawingml/2006/main"/>
          <a:lstStyle xmlns:a="http://schemas.openxmlformats.org/drawingml/2006/main"/>
          <a:p xmlns:a="http://schemas.openxmlformats.org/drawingml/2006/main">
            <a:fld id="{AEAA3239-9EA4-4A65-A281-97F994456D9F}" type="slidenum">
              <a:t>‹#›</a:t>
            </a:fld>
            <a:endParaRPr/>
          </a:p>
        </p:txBody>
      </p:sp>
      <p:sp>
        <p:nvSpPr>
          <p:cNvPr id="4" name="Picture Placeholder 9">
            <a:extLst xmlns:a="http://schemas.openxmlformats.org/drawingml/2006/main">
              <a:ext uri="{FF2B5EF4-FFF2-40B4-BE49-F238E27FC236}">
                <a16:creationId xmlns:a16="http://schemas.microsoft.com/office/drawing/2014/main" id="{F47C8A4F-E753-8148-3650-49C421EB5479}"/>
              </a:ext>
            </a:extLst>
          </p:cNvPr>
          <p:cNvSpPr>
            <a:spLocks xmlns:a="http://schemas.openxmlformats.org/drawingml/2006/main" noGrp="1"/>
          </p:cNvSpPr>
          <p:nvPr>
            <p:ph type="pic" idx="13" hasCustomPrompt="1"/>
          </p:nvPr>
        </p:nvSpPr>
        <p:spPr>
          <a:xfrm xmlns:a="http://schemas.openxmlformats.org/drawingml/2006/main">
            <a:off x="8249412" y="268573"/>
            <a:ext cx="3675888" cy="6327648"/>
          </a:xfrm>
          <a:custGeom xmlns:a="http://schemas.openxmlformats.org/drawingml/2006/main">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3 h 6320854"/>
              <a:gd name="connsiteX10" fmla="*/ 105939 w 3675888"/>
              <a:gd name="connsiteY10" fmla="*/ 6252722 h 6320854"/>
              <a:gd name="connsiteX11" fmla="*/ 51500 w 3675888"/>
              <a:gd name="connsiteY11" fmla="*/ 6192635 h 6320854"/>
              <a:gd name="connsiteX12" fmla="*/ 16622 w 3675888"/>
              <a:gd name="connsiteY12" fmla="*/ 6119873 h 6320854"/>
              <a:gd name="connsiteX13" fmla="*/ 12538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3"/>
                </a:lnTo>
                <a:lnTo>
                  <a:pt x="105939" y="6252722"/>
                </a:lnTo>
                <a:lnTo>
                  <a:pt x="51500" y="6192635"/>
                </a:lnTo>
                <a:lnTo>
                  <a:pt x="16622" y="6119873"/>
                </a:lnTo>
                <a:lnTo>
                  <a:pt x="12538" y="6106716"/>
                </a:lnTo>
                <a:lnTo>
                  <a:pt x="0" y="6023550"/>
                </a:lnTo>
                <a:lnTo>
                  <a:pt x="0" y="302420"/>
                </a:lnTo>
                <a:cubicBezTo>
                  <a:pt x="0" y="135398"/>
                  <a:pt x="135007" y="0"/>
                  <a:pt x="301545" y="0"/>
                </a:cubicBezTo>
                <a:close/>
              </a:path>
            </a:pathLst>
          </a:custGeom>
          <a:blipFill xmlns:a="http://schemas.openxmlformats.org/drawingml/2006/main" rotWithShape="1">
            <a:blip xmlns:r="http://schemas.openxmlformats.org/officeDocument/2006/relationships" r:embed="Rac4b6589760b4ce7">
              <a:alphaModFix amt="60000"/>
            </a:blip>
            <a:srcRect l="0" t="0" r="0" b="0"/>
            <a:stretch>
              <a:fillRect l="0" t="0" r="0" b="0"/>
            </a:stretch>
          </a:blipFill>
        </p:spPr>
        <p:txBody>
          <a:bodyPr xmlns:a="http://schemas.openxmlformats.org/drawingml/2006/main" wrap="square">
            <a:noAutofit/>
          </a:bodyPr>
          <a:lstStyle xmlns:a="http://schemas.openxmlformats.org/drawingml/2006/main">
            <a:lvl1pPr marL="0" indent="0">
              <a:buNone/>
              <a:defRPr/>
            </a:lvl1pPr>
          </a:lstStyle>
          <a:p xmlns:a="http://schemas.openxmlformats.org/drawingml/2006/main">
            <a:r>
              <a:t> </a:t>
            </a:r>
          </a:p>
        </p:txBody>
      </p:sp>
    </p:spTree>
  </p:cSld>
</p:sldLayout>
</file>

<file path=ppt/slideLayouts/slideLayout13.xml><?xml version="1.0" encoding="utf-8"?>
<p:sldLayout xmlns:p="http://schemas.openxmlformats.org/presentationml/2006/main" preserve="1">
  <p:cSld name="Content with Picture 4">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185855" y="219456"/>
            <a:ext cx="4717429" cy="1180888"/>
          </a:xfrm>
        </p:spPr>
        <p:txBody>
          <a:bodyPr xmlns:a="http://schemas.openxmlformats.org/drawingml/2006/main" anchor="t"/>
          <a:lstStyle xmlns:a="http://schemas.openxmlformats.org/drawingml/2006/main"/>
          <a:p xmlns:a="http://schemas.openxmlformats.org/drawingml/2006/main">
            <a:r>
              <a:t>Click to edit Master title style</a:t>
            </a:r>
            <a:endParaRPr/>
          </a:p>
        </p:txBody>
      </p:sp>
      <p:sp>
        <p:nvSpPr>
          <p:cNvPr id="8" name="Content Placeholder 7">
            <a:extLst xmlns:a="http://schemas.openxmlformats.org/drawingml/2006/main">
              <a:ext uri="{FF2B5EF4-FFF2-40B4-BE49-F238E27FC236}">
                <a16:creationId xmlns:a16="http://schemas.microsoft.com/office/drawing/2014/main" id="{747AED59-1A26-9C13-8482-7857E7DEFE52}"/>
              </a:ext>
            </a:extLst>
          </p:cNvPr>
          <p:cNvSpPr>
            <a:spLocks xmlns:a="http://schemas.openxmlformats.org/drawingml/2006/main" noGrp="1"/>
          </p:cNvSpPr>
          <p:nvPr>
            <p:ph idx="14"/>
          </p:nvPr>
        </p:nvSpPr>
        <p:spPr>
          <a:xfrm xmlns:a="http://schemas.openxmlformats.org/drawingml/2006/main">
            <a:off x="185855" y="1400344"/>
            <a:ext cx="4729045" cy="4871473"/>
          </a:xfrm>
        </p:spPr>
        <p:txBody>
          <a:bodyPr xmlns:a="http://schemas.openxmlformats.org/drawingml/2006/main" anchor="b"/>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6" name="Footer Placeholder 5">
            <a:extLst xmlns:a="http://schemas.openxmlformats.org/drawingml/2006/main">
              <a:ext uri="{FF2B5EF4-FFF2-40B4-BE49-F238E27FC236}">
                <a16:creationId xmlns:a16="http://schemas.microsoft.com/office/drawing/2014/main" id="{C2BDD5A2-CE3E-3215-6DAA-F75C0D1229D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Presentation title</a:t>
            </a:r>
            <a:endParaRPr/>
          </a:p>
        </p:txBody>
      </p:sp>
      <p:sp>
        <p:nvSpPr>
          <p:cNvPr id="5" name="Date Placeholder 4">
            <a:extLst xmlns:a="http://schemas.openxmlformats.org/drawingml/2006/main">
              <a:ext uri="{FF2B5EF4-FFF2-40B4-BE49-F238E27FC236}">
                <a16:creationId xmlns:a16="http://schemas.microsoft.com/office/drawing/2014/main" id="{897D0B7E-1A60-DA52-6965-92412B1C2F9F}"/>
              </a:ext>
            </a:extLst>
          </p:cNvPr>
          <p:cNvSpPr>
            <a:spLocks xmlns:a="http://schemas.openxmlformats.org/drawingml/2006/main" noGrp="1"/>
          </p:cNvSpPr>
          <p:nvPr>
            <p:ph type="dt" idx="10"/>
          </p:nvPr>
        </p:nvSpPr>
        <p:spPr>
          <a:xfrm xmlns:a="http://schemas.openxmlformats.org/drawingml/2006/main">
            <a:off x="3588172" y="6390795"/>
            <a:ext cx="1298784" cy="338328"/>
          </a:xfrm>
        </p:spPr>
        <p:txBody>
          <a:bodyPr xmlns:a="http://schemas.openxmlformats.org/drawingml/2006/main"/>
          <a:lstStyle xmlns:a="http://schemas.openxmlformats.org/drawingml/2006/main"/>
          <a:p xmlns:a="http://schemas.openxmlformats.org/drawingml/2006/main">
            <a:fld id="{35F68458-1A7A-4A29-A16B-4424C6D3B5E6}" type="datetime1">
              <a:t>8/30/26</a:t>
            </a:fld>
            <a:endParaRPr/>
          </a:p>
        </p:txBody>
      </p:sp>
      <p:sp>
        <p:nvSpPr>
          <p:cNvPr id="7" name="Slide Number Placeholder 6">
            <a:extLst xmlns:a="http://schemas.openxmlformats.org/drawingml/2006/main">
              <a:ext uri="{FF2B5EF4-FFF2-40B4-BE49-F238E27FC236}">
                <a16:creationId xmlns:a16="http://schemas.microsoft.com/office/drawing/2014/main" id="{B1B822F1-284A-1786-FAF2-72129E2FE64D}"/>
              </a:ext>
            </a:extLst>
          </p:cNvPr>
          <p:cNvSpPr>
            <a:spLocks xmlns:a="http://schemas.openxmlformats.org/drawingml/2006/main" noGrp="1"/>
          </p:cNvSpPr>
          <p:nvPr>
            <p:ph type="sldNum" idx="12"/>
          </p:nvPr>
        </p:nvSpPr>
        <p:spPr>
          <a:xfrm xmlns:a="http://schemas.openxmlformats.org/drawingml/2006/main">
            <a:off x="4886956" y="6390795"/>
            <a:ext cx="457200" cy="338328"/>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AEAA3239-9EA4-4A65-A281-97F994456D9F}" type="slidenum">
              <a:t>‹#›</a:t>
            </a:fld>
            <a:endParaRPr/>
          </a:p>
        </p:txBody>
      </p:sp>
      <p:sp>
        <p:nvSpPr>
          <p:cNvPr id="4" name="Picture Placeholder 3">
            <a:extLst xmlns:a="http://schemas.openxmlformats.org/drawingml/2006/main">
              <a:ext uri="{FF2B5EF4-FFF2-40B4-BE49-F238E27FC236}">
                <a16:creationId xmlns:a16="http://schemas.microsoft.com/office/drawing/2014/main" id="{00846273-A5CB-BDCB-C625-903F863EC307}"/>
              </a:ext>
            </a:extLst>
          </p:cNvPr>
          <p:cNvSpPr>
            <a:spLocks xmlns:a="http://schemas.openxmlformats.org/drawingml/2006/main" noGrp="1"/>
          </p:cNvSpPr>
          <p:nvPr>
            <p:ph type="pic" idx="13" hasCustomPrompt="1"/>
          </p:nvPr>
        </p:nvSpPr>
        <p:spPr>
          <a:xfrm xmlns:a="http://schemas.openxmlformats.org/drawingml/2006/main">
            <a:off x="5600703" y="266700"/>
            <a:ext cx="6324469" cy="6324600"/>
          </a:xfrm>
          <a:custGeom xmlns:a="http://schemas.openxmlformats.org/drawingml/2006/main">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xmlns:a="http://schemas.openxmlformats.org/drawingml/2006/main" rotWithShape="1">
            <a:blip xmlns:r="http://schemas.openxmlformats.org/officeDocument/2006/relationships" r:embed="R644087c8eff849d9">
              <a:alphaModFix amt="60000"/>
            </a:blip>
            <a:srcRect l="0" t="0" r="0" b="0"/>
            <a:stretch>
              <a:fillRect l="0" t="0" r="0" b="0"/>
            </a:stretch>
          </a:blipFill>
        </p:spPr>
        <p:txBody>
          <a:bodyPr xmlns:a="http://schemas.openxmlformats.org/drawingml/2006/main" wrap="square">
            <a:noAutofit/>
          </a:bodyPr>
          <a:lstStyle xmlns:a="http://schemas.openxmlformats.org/drawingml/2006/main">
            <a:lvl1pPr marL="0" indent="0">
              <a:buNone/>
              <a:defRPr/>
            </a:lvl1pPr>
          </a:lstStyle>
          <a:p xmlns:a="http://schemas.openxmlformats.org/drawingml/2006/main">
            <a:r>
              <a:t> </a:t>
            </a:r>
          </a:p>
        </p:txBody>
      </p:sp>
    </p:spTree>
  </p:cSld>
</p:sldLayout>
</file>

<file path=ppt/slideLayouts/slideLayout14.xml><?xml version="1.0" encoding="utf-8"?>
<p:sldLayout xmlns:p="http://schemas.openxmlformats.org/presentationml/2006/main" preserve="1">
  <p:cSld name="Content with Picture 5">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182881" y="220869"/>
            <a:ext cx="3208020" cy="3088635"/>
          </a:xfrm>
        </p:spPr>
        <p:txBody>
          <a:bodyPr xmlns:a="http://schemas.openxmlformats.org/drawingml/2006/main" anchor="t"/>
          <a:lstStyle xmlns:a="http://schemas.openxmlformats.org/drawingml/2006/main"/>
          <a:p xmlns:a="http://schemas.openxmlformats.org/drawingml/2006/main">
            <a:r>
              <a:t>Click to edit Master title style</a:t>
            </a:r>
            <a:endParaRPr/>
          </a:p>
        </p:txBody>
      </p:sp>
      <p:sp>
        <p:nvSpPr>
          <p:cNvPr id="6" name="Footer Placeholder 5">
            <a:extLst xmlns:a="http://schemas.openxmlformats.org/drawingml/2006/main">
              <a:ext uri="{FF2B5EF4-FFF2-40B4-BE49-F238E27FC236}">
                <a16:creationId xmlns:a16="http://schemas.microsoft.com/office/drawing/2014/main" id="{C2BDD5A2-CE3E-3215-6DAA-F75C0D1229D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Presentation title</a:t>
            </a:r>
            <a:endParaRPr/>
          </a:p>
        </p:txBody>
      </p:sp>
      <p:sp>
        <p:nvSpPr>
          <p:cNvPr id="4" name="Picture Placeholder 3">
            <a:extLst xmlns:a="http://schemas.openxmlformats.org/drawingml/2006/main">
              <a:ext uri="{FF2B5EF4-FFF2-40B4-BE49-F238E27FC236}">
                <a16:creationId xmlns:a16="http://schemas.microsoft.com/office/drawing/2014/main" id="{26FEEE5C-15B3-8386-23D3-B6B236C668F2}"/>
              </a:ext>
            </a:extLst>
          </p:cNvPr>
          <p:cNvSpPr>
            <a:spLocks xmlns:a="http://schemas.openxmlformats.org/drawingml/2006/main" noGrp="1"/>
          </p:cNvSpPr>
          <p:nvPr>
            <p:ph type="pic" idx="13" hasCustomPrompt="1"/>
          </p:nvPr>
        </p:nvSpPr>
        <p:spPr>
          <a:xfrm xmlns:a="http://schemas.openxmlformats.org/drawingml/2006/main">
            <a:off x="4686300" y="266700"/>
            <a:ext cx="3500538" cy="6324600"/>
          </a:xfrm>
          <a:custGeom xmlns:a="http://schemas.openxmlformats.org/drawingml/2006/main">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xmlns:a="http://schemas.openxmlformats.org/drawingml/2006/main" rotWithShape="1">
            <a:blip xmlns:r="http://schemas.openxmlformats.org/officeDocument/2006/relationships" r:embed="Re8993dce8044408d">
              <a:alphaModFix amt="60000"/>
            </a:blip>
            <a:srcRect l="0" t="0" r="0" b="0"/>
            <a:stretch>
              <a:fillRect l="0" t="0" r="0" b="0"/>
            </a:stretch>
          </a:blipFill>
        </p:spPr>
        <p:txBody>
          <a:bodyPr xmlns:a="http://schemas.openxmlformats.org/drawingml/2006/main" wrap="square">
            <a:noAutofit/>
          </a:bodyPr>
          <a:lstStyle xmlns:a="http://schemas.openxmlformats.org/drawingml/2006/main">
            <a:lvl1pPr marL="0" indent="0">
              <a:buNone/>
              <a:defRPr/>
            </a:lvl1pPr>
          </a:lstStyle>
          <a:p xmlns:a="http://schemas.openxmlformats.org/drawingml/2006/main">
            <a:r>
              <a:t> </a:t>
            </a:r>
          </a:p>
        </p:txBody>
      </p:sp>
      <p:sp>
        <p:nvSpPr>
          <p:cNvPr id="8" name="Content Placeholder 7">
            <a:extLst xmlns:a="http://schemas.openxmlformats.org/drawingml/2006/main">
              <a:ext uri="{FF2B5EF4-FFF2-40B4-BE49-F238E27FC236}">
                <a16:creationId xmlns:a16="http://schemas.microsoft.com/office/drawing/2014/main" id="{07755DB3-9272-8E5E-039F-AC14A2C07898}"/>
              </a:ext>
            </a:extLst>
          </p:cNvPr>
          <p:cNvSpPr>
            <a:spLocks xmlns:a="http://schemas.openxmlformats.org/drawingml/2006/main" noGrp="1"/>
          </p:cNvSpPr>
          <p:nvPr>
            <p:ph idx="14"/>
          </p:nvPr>
        </p:nvSpPr>
        <p:spPr>
          <a:xfrm xmlns:a="http://schemas.openxmlformats.org/drawingml/2006/main">
            <a:off x="8461087" y="220870"/>
            <a:ext cx="3200400" cy="6055554"/>
          </a:xfrm>
        </p:spPr>
        <p:txBody>
          <a:bodyPr xmlns:a="http://schemas.openxmlformats.org/drawingml/2006/main" anchor="b"/>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897D0B7E-1A60-DA52-6965-92412B1C2F9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5F68458-1A7A-4A29-A16B-4424C6D3B5E6}" type="datetime1">
              <a:t>8/30/26</a:t>
            </a:fld>
            <a:endParaRPr/>
          </a:p>
        </p:txBody>
      </p:sp>
      <p:sp>
        <p:nvSpPr>
          <p:cNvPr id="7" name="Slide Number Placeholder 6">
            <a:extLst xmlns:a="http://schemas.openxmlformats.org/drawingml/2006/main">
              <a:ext uri="{FF2B5EF4-FFF2-40B4-BE49-F238E27FC236}">
                <a16:creationId xmlns:a16="http://schemas.microsoft.com/office/drawing/2014/main" id="{B1B822F1-284A-1786-FAF2-72129E2FE6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AEAA3239-9EA4-4A65-A281-97F994456D9F}" type="slidenum">
              <a:t>‹#›</a:t>
            </a:fld>
            <a:endParaRPr/>
          </a:p>
        </p:txBody>
      </p:sp>
    </p:spTree>
  </p:cSld>
</p:sldLayout>
</file>

<file path=ppt/slideLayouts/slideLayout15.xml><?xml version="1.0" encoding="utf-8"?>
<p:sldLayout xmlns:p="http://schemas.openxmlformats.org/presentationml/2006/main" preserve="1">
  <p:cSld name="Content with Picture 6">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7513755" y="219456"/>
            <a:ext cx="3891435" cy="1225339"/>
          </a:xfrm>
        </p:spPr>
        <p:txBody>
          <a:bodyPr xmlns:a="http://schemas.openxmlformats.org/drawingml/2006/main" anchor="t"/>
          <a:lstStyle xmlns:a="http://schemas.openxmlformats.org/drawingml/2006/main"/>
          <a:p xmlns:a="http://schemas.openxmlformats.org/drawingml/2006/main">
            <a:r>
              <a:t>Click to edit Master title style</a:t>
            </a:r>
            <a:endParaRPr/>
          </a:p>
        </p:txBody>
      </p:sp>
      <p:sp>
        <p:nvSpPr>
          <p:cNvPr id="14" name="Picture Placeholder 13">
            <a:extLst xmlns:a="http://schemas.openxmlformats.org/drawingml/2006/main">
              <a:ext uri="{FF2B5EF4-FFF2-40B4-BE49-F238E27FC236}">
                <a16:creationId xmlns:a16="http://schemas.microsoft.com/office/drawing/2014/main" id="{B3BE62AC-2855-BB28-0282-25CA658273E5}"/>
              </a:ext>
            </a:extLst>
          </p:cNvPr>
          <p:cNvSpPr>
            <a:spLocks xmlns:a="http://schemas.openxmlformats.org/drawingml/2006/main" noGrp="1"/>
          </p:cNvSpPr>
          <p:nvPr>
            <p:ph type="pic" idx="13" hasCustomPrompt="1"/>
          </p:nvPr>
        </p:nvSpPr>
        <p:spPr>
          <a:xfrm xmlns:a="http://schemas.openxmlformats.org/drawingml/2006/main">
            <a:off x="270473" y="265176"/>
            <a:ext cx="6984636" cy="6327648"/>
          </a:xfrm>
          <a:custGeom xmlns:a="http://schemas.openxmlformats.org/drawingml/2006/main">
            <a:gdLst>
              <a:gd name="connsiteX0" fmla="*/ 302565 w 7228936"/>
              <a:gd name="connsiteY0" fmla="*/ 0 h 6316602"/>
              <a:gd name="connsiteX1" fmla="*/ 6926371 w 7228936"/>
              <a:gd name="connsiteY1" fmla="*/ 0 h 6316602"/>
              <a:gd name="connsiteX2" fmla="*/ 7228936 w 7228936"/>
              <a:gd name="connsiteY2" fmla="*/ 302565 h 6316602"/>
              <a:gd name="connsiteX3" fmla="*/ 7228936 w 7228936"/>
              <a:gd name="connsiteY3" fmla="*/ 6014037 h 6316602"/>
              <a:gd name="connsiteX4" fmla="*/ 6926371 w 7228936"/>
              <a:gd name="connsiteY4" fmla="*/ 6316602 h 6316602"/>
              <a:gd name="connsiteX5" fmla="*/ 302565 w 7228936"/>
              <a:gd name="connsiteY5" fmla="*/ 6316602 h 6316602"/>
              <a:gd name="connsiteX6" fmla="*/ 0 w 7228936"/>
              <a:gd name="connsiteY6" fmla="*/ 6014037 h 6316602"/>
              <a:gd name="connsiteX7" fmla="*/ 0 w 7228936"/>
              <a:gd name="connsiteY7" fmla="*/ 302565 h 6316602"/>
              <a:gd name="connsiteX8" fmla="*/ 302565 w 7228936"/>
              <a:gd name="connsiteY8" fmla="*/ 0 h 6316602"/>
            </a:gdLst>
            <a:rect l="l" t="t" r="r" b="b"/>
            <a:pathLst>
              <a:path w="7228936" h="6316602">
                <a:moveTo>
                  <a:pt x="302565" y="0"/>
                </a:moveTo>
                <a:lnTo>
                  <a:pt x="6926371" y="0"/>
                </a:lnTo>
                <a:cubicBezTo>
                  <a:pt x="7093473" y="0"/>
                  <a:pt x="7228936" y="135463"/>
                  <a:pt x="7228936" y="302565"/>
                </a:cubicBezTo>
                <a:lnTo>
                  <a:pt x="7228936" y="6014037"/>
                </a:lnTo>
                <a:cubicBezTo>
                  <a:pt x="7228936" y="6181139"/>
                  <a:pt x="7093473" y="6316602"/>
                  <a:pt x="6926371" y="6316602"/>
                </a:cubicBezTo>
                <a:lnTo>
                  <a:pt x="302565" y="6316602"/>
                </a:lnTo>
                <a:cubicBezTo>
                  <a:pt x="135463" y="6316602"/>
                  <a:pt x="0" y="6181139"/>
                  <a:pt x="0" y="6014037"/>
                </a:cubicBezTo>
                <a:lnTo>
                  <a:pt x="0" y="302565"/>
                </a:lnTo>
                <a:cubicBezTo>
                  <a:pt x="0" y="135463"/>
                  <a:pt x="135463" y="0"/>
                  <a:pt x="302565" y="0"/>
                </a:cubicBezTo>
                <a:close/>
              </a:path>
            </a:pathLst>
          </a:custGeom>
          <a:blipFill xmlns:a="http://schemas.openxmlformats.org/drawingml/2006/main" rotWithShape="1">
            <a:blip xmlns:r="http://schemas.openxmlformats.org/officeDocument/2006/relationships" r:embed="Re10b3769ac4c48e7">
              <a:alphaModFix amt="60000"/>
            </a:blip>
            <a:srcRect l="0" t="0" r="0" b="0"/>
            <a:stretch>
              <a:fillRect l="0" t="0" r="0" b="0"/>
            </a:stretch>
          </a:blipFill>
        </p:spPr>
        <p:txBody>
          <a:bodyPr xmlns:a="http://schemas.openxmlformats.org/drawingml/2006/main" wrap="square">
            <a:noAutofit/>
          </a:bodyPr>
          <a:lstStyle xmlns:a="http://schemas.openxmlformats.org/drawingml/2006/main">
            <a:lvl1pPr marL="0" indent="0">
              <a:buNone/>
              <a:defRPr/>
            </a:lvl1pPr>
          </a:lstStyle>
          <a:p xmlns:a="http://schemas.openxmlformats.org/drawingml/2006/main">
            <a:r>
              <a:t> </a:t>
            </a:r>
          </a:p>
        </p:txBody>
      </p:sp>
      <p:sp>
        <p:nvSpPr>
          <p:cNvPr id="8" name="Content Placeholder 7">
            <a:extLst xmlns:a="http://schemas.openxmlformats.org/drawingml/2006/main">
              <a:ext uri="{FF2B5EF4-FFF2-40B4-BE49-F238E27FC236}">
                <a16:creationId xmlns:a16="http://schemas.microsoft.com/office/drawing/2014/main" id="{7FF0220E-48F8-B4D9-19DE-7B457C3C221C}"/>
              </a:ext>
            </a:extLst>
          </p:cNvPr>
          <p:cNvSpPr>
            <a:spLocks xmlns:a="http://schemas.openxmlformats.org/drawingml/2006/main" noGrp="1"/>
          </p:cNvSpPr>
          <p:nvPr>
            <p:ph idx="14"/>
          </p:nvPr>
        </p:nvSpPr>
        <p:spPr>
          <a:xfrm xmlns:a="http://schemas.openxmlformats.org/drawingml/2006/main">
            <a:off x="7513753" y="1435652"/>
            <a:ext cx="3891435" cy="4833862"/>
          </a:xfrm>
        </p:spPr>
        <p:txBody>
          <a:bodyPr xmlns:a="http://schemas.openxmlformats.org/drawingml/2006/main" anchor="b"/>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6" name="Footer Placeholder 5">
            <a:extLst xmlns:a="http://schemas.openxmlformats.org/drawingml/2006/main">
              <a:ext uri="{FF2B5EF4-FFF2-40B4-BE49-F238E27FC236}">
                <a16:creationId xmlns:a16="http://schemas.microsoft.com/office/drawing/2014/main" id="{C2BDD5A2-CE3E-3215-6DAA-F75C0D1229DA}"/>
              </a:ext>
            </a:extLst>
          </p:cNvPr>
          <p:cNvSpPr>
            <a:spLocks xmlns:a="http://schemas.openxmlformats.org/drawingml/2006/main" noGrp="1"/>
          </p:cNvSpPr>
          <p:nvPr>
            <p:ph type="ftr" idx="11"/>
          </p:nvPr>
        </p:nvSpPr>
        <p:spPr>
          <a:xfrm xmlns:a="http://schemas.openxmlformats.org/drawingml/2006/main">
            <a:off x="7515079" y="6387128"/>
            <a:ext cx="2703777" cy="338328"/>
          </a:xfrm>
        </p:spPr>
        <p:txBody>
          <a:bodyPr xmlns:a="http://schemas.openxmlformats.org/drawingml/2006/main"/>
          <a:lstStyle xmlns:a="http://schemas.openxmlformats.org/drawingml/2006/main"/>
          <a:p xmlns:a="http://schemas.openxmlformats.org/drawingml/2006/main">
            <a:r>
              <a:t>Presentation title</a:t>
            </a:r>
            <a:endParaRPr/>
          </a:p>
        </p:txBody>
      </p:sp>
      <p:sp>
        <p:nvSpPr>
          <p:cNvPr id="5" name="Date Placeholder 4">
            <a:extLst xmlns:a="http://schemas.openxmlformats.org/drawingml/2006/main">
              <a:ext uri="{FF2B5EF4-FFF2-40B4-BE49-F238E27FC236}">
                <a16:creationId xmlns:a16="http://schemas.microsoft.com/office/drawing/2014/main" id="{897D0B7E-1A60-DA52-6965-92412B1C2F9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35F68458-1A7A-4A29-A16B-4424C6D3B5E6}" type="datetime1">
              <a:t>8/30/26</a:t>
            </a:fld>
            <a:endParaRPr/>
          </a:p>
        </p:txBody>
      </p:sp>
      <p:sp>
        <p:nvSpPr>
          <p:cNvPr id="7" name="Slide Number Placeholder 6">
            <a:extLst xmlns:a="http://schemas.openxmlformats.org/drawingml/2006/main">
              <a:ext uri="{FF2B5EF4-FFF2-40B4-BE49-F238E27FC236}">
                <a16:creationId xmlns:a16="http://schemas.microsoft.com/office/drawing/2014/main" id="{B1B822F1-284A-1786-FAF2-72129E2FE6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EAA3239-9EA4-4A65-A281-97F994456D9F}" type="slidenum">
              <a:t>‹#›</a:t>
            </a:fld>
            <a:endParaRPr/>
          </a:p>
        </p:txBody>
      </p:sp>
    </p:spTree>
  </p:cSld>
</p:sldLayout>
</file>

<file path=ppt/slideLayouts/slideLayout16.xml><?xml version="1.0" encoding="utf-8"?>
<p:sldLayout xmlns:p="http://schemas.openxmlformats.org/presentationml/2006/main" preserve="1">
  <p:cSld name="Content with Picture 7">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185854" y="219456"/>
            <a:ext cx="3234982" cy="1577218"/>
          </a:xfrm>
        </p:spPr>
        <p:txBody>
          <a:bodyPr xmlns:a="http://schemas.openxmlformats.org/drawingml/2006/main" anchor="t"/>
          <a:lstStyle xmlns:a="http://schemas.openxmlformats.org/drawingml/2006/main"/>
          <a:p xmlns:a="http://schemas.openxmlformats.org/drawingml/2006/main">
            <a:r>
              <a:t>Click to edit Master title style</a:t>
            </a:r>
            <a:endParaRPr/>
          </a:p>
        </p:txBody>
      </p:sp>
      <p:sp>
        <p:nvSpPr>
          <p:cNvPr id="8" name="Content Placeholder 7">
            <a:extLst xmlns:a="http://schemas.openxmlformats.org/drawingml/2006/main">
              <a:ext uri="{FF2B5EF4-FFF2-40B4-BE49-F238E27FC236}">
                <a16:creationId xmlns:a16="http://schemas.microsoft.com/office/drawing/2014/main" id="{6E0D00CE-C191-6DE5-9D82-7EFB59BC3739}"/>
              </a:ext>
            </a:extLst>
          </p:cNvPr>
          <p:cNvSpPr>
            <a:spLocks xmlns:a="http://schemas.openxmlformats.org/drawingml/2006/main" noGrp="1"/>
          </p:cNvSpPr>
          <p:nvPr>
            <p:ph idx="14"/>
          </p:nvPr>
        </p:nvSpPr>
        <p:spPr>
          <a:xfrm xmlns:a="http://schemas.openxmlformats.org/drawingml/2006/main">
            <a:off x="185854" y="1796675"/>
            <a:ext cx="3234982" cy="4471476"/>
          </a:xfrm>
        </p:spPr>
        <p:txBody>
          <a:bodyPr xmlns:a="http://schemas.openxmlformats.org/drawingml/2006/main" vert="horz" lIns="91440" tIns="45720" rIns="91440" bIns="45720" anchor="b">
            <a:normAutofit/>
          </a:bodyPr>
          <a:lstStyle xmlns:a="http://schemas.openxmlformats.org/drawingml/2006/main">
            <a:lvl1pPr>
              <a:buNone/>
              <a:defRPr/>
            </a:lvl1pPr>
            <a:lvl2pPr>
              <a:buNone/>
              <a:defRPr/>
            </a:lvl2pPr>
            <a:lvl3pPr>
              <a:buNone/>
              <a:defRPr/>
            </a:lvl3pPr>
            <a:lvl4pPr>
              <a:buNone/>
              <a:defRPr/>
            </a:lvl4pPr>
            <a:lvl5pPr>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6" name="Footer Placeholder 5">
            <a:extLst xmlns:a="http://schemas.openxmlformats.org/drawingml/2006/main">
              <a:ext uri="{FF2B5EF4-FFF2-40B4-BE49-F238E27FC236}">
                <a16:creationId xmlns:a16="http://schemas.microsoft.com/office/drawing/2014/main" id="{C2BDD5A2-CE3E-3215-6DAA-F75C0D1229DA}"/>
              </a:ext>
            </a:extLst>
          </p:cNvPr>
          <p:cNvSpPr>
            <a:spLocks xmlns:a="http://schemas.openxmlformats.org/drawingml/2006/main" noGrp="1"/>
          </p:cNvSpPr>
          <p:nvPr>
            <p:ph type="ftr" idx="11"/>
          </p:nvPr>
        </p:nvSpPr>
        <p:spPr>
          <a:xfrm xmlns:a="http://schemas.openxmlformats.org/drawingml/2006/main">
            <a:off x="178705" y="6387128"/>
            <a:ext cx="2095770" cy="338328"/>
          </a:xfrm>
        </p:spPr>
        <p:txBody>
          <a:bodyPr xmlns:a="http://schemas.openxmlformats.org/drawingml/2006/main"/>
          <a:lstStyle xmlns:a="http://schemas.openxmlformats.org/drawingml/2006/main"/>
          <a:p xmlns:a="http://schemas.openxmlformats.org/drawingml/2006/main">
            <a:r>
              <a:t>Presentation title</a:t>
            </a:r>
            <a:endParaRPr/>
          </a:p>
        </p:txBody>
      </p:sp>
      <p:sp>
        <p:nvSpPr>
          <p:cNvPr id="5" name="Date Placeholder 4">
            <a:extLst xmlns:a="http://schemas.openxmlformats.org/drawingml/2006/main">
              <a:ext uri="{FF2B5EF4-FFF2-40B4-BE49-F238E27FC236}">
                <a16:creationId xmlns:a16="http://schemas.microsoft.com/office/drawing/2014/main" id="{897D0B7E-1A60-DA52-6965-92412B1C2F9F}"/>
              </a:ext>
            </a:extLst>
          </p:cNvPr>
          <p:cNvSpPr>
            <a:spLocks xmlns:a="http://schemas.openxmlformats.org/drawingml/2006/main" noGrp="1"/>
          </p:cNvSpPr>
          <p:nvPr>
            <p:ph type="dt" idx="10"/>
          </p:nvPr>
        </p:nvSpPr>
        <p:spPr>
          <a:xfrm xmlns:a="http://schemas.openxmlformats.org/drawingml/2006/main">
            <a:off x="2206416" y="6390795"/>
            <a:ext cx="1032084" cy="338328"/>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35F68458-1A7A-4A29-A16B-4424C6D3B5E6}" type="datetime1">
              <a:t>8/30/26</a:t>
            </a:fld>
            <a:endParaRPr/>
          </a:p>
        </p:txBody>
      </p:sp>
      <p:sp>
        <p:nvSpPr>
          <p:cNvPr id="7" name="Slide Number Placeholder 6">
            <a:extLst xmlns:a="http://schemas.openxmlformats.org/drawingml/2006/main">
              <a:ext uri="{FF2B5EF4-FFF2-40B4-BE49-F238E27FC236}">
                <a16:creationId xmlns:a16="http://schemas.microsoft.com/office/drawing/2014/main" id="{B1B822F1-284A-1786-FAF2-72129E2FE64D}"/>
              </a:ext>
            </a:extLst>
          </p:cNvPr>
          <p:cNvSpPr>
            <a:spLocks xmlns:a="http://schemas.openxmlformats.org/drawingml/2006/main" noGrp="1"/>
          </p:cNvSpPr>
          <p:nvPr>
            <p:ph type="sldNum" idx="12"/>
          </p:nvPr>
        </p:nvSpPr>
        <p:spPr>
          <a:xfrm xmlns:a="http://schemas.openxmlformats.org/drawingml/2006/main">
            <a:off x="3238500" y="6390795"/>
            <a:ext cx="457200" cy="338328"/>
          </a:xfrm>
        </p:spPr>
        <p:txBody>
          <a:bodyPr xmlns:a="http://schemas.openxmlformats.org/drawingml/2006/main"/>
          <a:lstStyle xmlns:a="http://schemas.openxmlformats.org/drawingml/2006/main"/>
          <a:p xmlns:a="http://schemas.openxmlformats.org/drawingml/2006/main">
            <a:fld id="{AEAA3239-9EA4-4A65-A281-97F994456D9F}" type="slidenum">
              <a:t>‹#›</a:t>
            </a:fld>
            <a:endParaRPr/>
          </a:p>
        </p:txBody>
      </p:sp>
      <p:sp>
        <p:nvSpPr>
          <p:cNvPr id="4" name="Picture Placeholder 3">
            <a:extLst xmlns:a="http://schemas.openxmlformats.org/drawingml/2006/main">
              <a:ext uri="{FF2B5EF4-FFF2-40B4-BE49-F238E27FC236}">
                <a16:creationId xmlns:a16="http://schemas.microsoft.com/office/drawing/2014/main" id="{65B0EC94-28E6-D665-7491-10A308B0B426}"/>
              </a:ext>
            </a:extLst>
          </p:cNvPr>
          <p:cNvSpPr>
            <a:spLocks xmlns:a="http://schemas.openxmlformats.org/drawingml/2006/main" noGrp="1"/>
          </p:cNvSpPr>
          <p:nvPr>
            <p:ph type="pic" idx="13" hasCustomPrompt="1"/>
          </p:nvPr>
        </p:nvSpPr>
        <p:spPr>
          <a:xfrm xmlns:a="http://schemas.openxmlformats.org/drawingml/2006/main">
            <a:off x="3965783" y="265176"/>
            <a:ext cx="7959517" cy="6327648"/>
          </a:xfrm>
          <a:custGeom xmlns:a="http://schemas.openxmlformats.org/drawingml/2006/main">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xmlns:a="http://schemas.openxmlformats.org/drawingml/2006/main" rotWithShape="1">
            <a:blip xmlns:r="http://schemas.openxmlformats.org/officeDocument/2006/relationships" r:embed="R0bcb89308f644bda">
              <a:alphaModFix amt="60000"/>
            </a:blip>
            <a:srcRect l="0" t="0" r="0" b="0"/>
            <a:stretch>
              <a:fillRect l="0" t="0" r="0" b="0"/>
            </a:stretch>
          </a:blipFill>
        </p:spPr>
        <p:txBody>
          <a:bodyPr xmlns:a="http://schemas.openxmlformats.org/drawingml/2006/main" wrap="square">
            <a:noAutofit/>
          </a:bodyPr>
          <a:lstStyle xmlns:a="http://schemas.openxmlformats.org/drawingml/2006/main">
            <a:lvl1pPr marL="0" indent="0">
              <a:buNone/>
              <a:defRPr/>
            </a:lvl1pPr>
          </a:lstStyle>
          <a:p xmlns:a="http://schemas.openxmlformats.org/drawingml/2006/main">
            <a:r>
              <a:t> </a:t>
            </a:r>
          </a:p>
        </p:txBody>
      </p:sp>
    </p:spTree>
  </p:cSld>
</p:sldLayout>
</file>

<file path=ppt/slideLayouts/slideLayout17.xml><?xml version="1.0" encoding="utf-8"?>
<p:sldLayout xmlns:p="http://schemas.openxmlformats.org/presentationml/2006/main" preserve="1">
  <p:cSld name="Content with Picture 8">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185878" y="216452"/>
            <a:ext cx="3381587" cy="2213524"/>
          </a:xfrm>
        </p:spPr>
        <p:txBody>
          <a:bodyPr xmlns:a="http://schemas.openxmlformats.org/drawingml/2006/main" anchor="t">
            <a:normAutofit/>
          </a:bodyPr>
          <a:lstStyle xmlns:a="http://schemas.openxmlformats.org/drawingml/2006/main">
            <a:lvl1pPr>
              <a:buNone/>
              <a:defRPr sz="3000"/>
            </a:lvl1pPr>
          </a:lstStyle>
          <a:p xmlns:a="http://schemas.openxmlformats.org/drawingml/2006/main">
            <a:r>
              <a:t>Click to edit Master title style</a:t>
            </a:r>
            <a:endParaRPr/>
          </a:p>
        </p:txBody>
      </p:sp>
      <p:sp>
        <p:nvSpPr>
          <p:cNvPr id="8" name="Content Placeholder 7">
            <a:extLst xmlns:a="http://schemas.openxmlformats.org/drawingml/2006/main">
              <a:ext uri="{FF2B5EF4-FFF2-40B4-BE49-F238E27FC236}">
                <a16:creationId xmlns:a16="http://schemas.microsoft.com/office/drawing/2014/main" id="{C3D15418-1E32-0501-0E66-54FC2DD08E39}"/>
              </a:ext>
            </a:extLst>
          </p:cNvPr>
          <p:cNvSpPr>
            <a:spLocks xmlns:a="http://schemas.openxmlformats.org/drawingml/2006/main" noGrp="1"/>
          </p:cNvSpPr>
          <p:nvPr>
            <p:ph idx="14"/>
          </p:nvPr>
        </p:nvSpPr>
        <p:spPr>
          <a:xfrm xmlns:a="http://schemas.openxmlformats.org/drawingml/2006/main">
            <a:off x="3962400" y="177492"/>
            <a:ext cx="7962900" cy="2286000"/>
          </a:xfrm>
        </p:spPr>
        <p:txBody>
          <a:bodyPr xmlns:a="http://schemas.openxmlformats.org/drawingml/2006/main">
            <a:normAutofit/>
          </a:bodyPr>
          <a:lstStyle xmlns:a="http://schemas.openxmlformats.org/drawingml/2006/main">
            <a:lvl1pPr marL="285750" indent="-285750">
              <a:buFont typeface="Arial"/>
              <a:buChar char="•"/>
              <a:defRPr sz="1400"/>
            </a:lvl1pPr>
            <a:lvl2pPr marL="514350" indent="-285750">
              <a:buFont typeface="Arial"/>
              <a:buChar char="•"/>
              <a:defRPr sz="1400"/>
            </a:lvl2pPr>
            <a:lvl3pPr marL="742950" indent="-285750">
              <a:buFont typeface="Arial"/>
              <a:buChar char="•"/>
              <a:defRPr sz="1400"/>
            </a:lvl3pPr>
            <a:lvl4pPr marL="857250" indent="-171450">
              <a:buFont typeface="Arial"/>
              <a:buChar char="•"/>
              <a:defRPr sz="1400"/>
            </a:lvl4pPr>
            <a:lvl5pPr marL="1085850" indent="-171450">
              <a:buFont typeface="Arial"/>
              <a:buChar char="•"/>
              <a:defRPr sz="14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6" name="Footer Placeholder 5">
            <a:extLst xmlns:a="http://schemas.openxmlformats.org/drawingml/2006/main">
              <a:ext uri="{FF2B5EF4-FFF2-40B4-BE49-F238E27FC236}">
                <a16:creationId xmlns:a16="http://schemas.microsoft.com/office/drawing/2014/main" id="{C2BDD5A2-CE3E-3215-6DAA-F75C0D1229DA}"/>
              </a:ext>
            </a:extLst>
          </p:cNvPr>
          <p:cNvSpPr>
            <a:spLocks xmlns:a="http://schemas.openxmlformats.org/drawingml/2006/main" noGrp="1"/>
          </p:cNvSpPr>
          <p:nvPr>
            <p:ph type="ftr" idx="11"/>
          </p:nvPr>
        </p:nvSpPr>
        <p:spPr>
          <a:xfrm xmlns:a="http://schemas.openxmlformats.org/drawingml/2006/main">
            <a:off x="185878" y="2513464"/>
            <a:ext cx="2805405" cy="338328"/>
          </a:xfrm>
        </p:spPr>
        <p:txBody>
          <a:bodyPr xmlns:a="http://schemas.openxmlformats.org/drawingml/2006/main"/>
          <a:lstStyle xmlns:a="http://schemas.openxmlformats.org/drawingml/2006/main"/>
          <a:p xmlns:a="http://schemas.openxmlformats.org/drawingml/2006/main">
            <a:r>
              <a:t>Presentation title</a:t>
            </a:r>
            <a:endParaRPr/>
          </a:p>
        </p:txBody>
      </p:sp>
      <p:sp>
        <p:nvSpPr>
          <p:cNvPr id="5" name="Date Placeholder 4">
            <a:extLst xmlns:a="http://schemas.openxmlformats.org/drawingml/2006/main">
              <a:ext uri="{FF2B5EF4-FFF2-40B4-BE49-F238E27FC236}">
                <a16:creationId xmlns:a16="http://schemas.microsoft.com/office/drawing/2014/main" id="{897D0B7E-1A60-DA52-6965-92412B1C2F9F}"/>
              </a:ext>
            </a:extLst>
          </p:cNvPr>
          <p:cNvSpPr>
            <a:spLocks xmlns:a="http://schemas.openxmlformats.org/drawingml/2006/main" noGrp="1"/>
          </p:cNvSpPr>
          <p:nvPr>
            <p:ph type="dt" idx="10"/>
          </p:nvPr>
        </p:nvSpPr>
        <p:spPr>
          <a:xfrm xmlns:a="http://schemas.openxmlformats.org/drawingml/2006/main">
            <a:off x="10230339" y="2516244"/>
            <a:ext cx="1284010" cy="338328"/>
          </a:xfrm>
        </p:spPr>
        <p:txBody>
          <a:bodyPr xmlns:a="http://schemas.openxmlformats.org/drawingml/2006/main"/>
          <a:lstStyle xmlns:a="http://schemas.openxmlformats.org/drawingml/2006/main"/>
          <a:p xmlns:a="http://schemas.openxmlformats.org/drawingml/2006/main">
            <a:fld id="{35F68458-1A7A-4A29-A16B-4424C6D3B5E6}" type="datetime1">
              <a:t>8/30/26</a:t>
            </a:fld>
            <a:endParaRPr/>
          </a:p>
        </p:txBody>
      </p:sp>
      <p:sp>
        <p:nvSpPr>
          <p:cNvPr id="7" name="Slide Number Placeholder 6">
            <a:extLst xmlns:a="http://schemas.openxmlformats.org/drawingml/2006/main">
              <a:ext uri="{FF2B5EF4-FFF2-40B4-BE49-F238E27FC236}">
                <a16:creationId xmlns:a16="http://schemas.microsoft.com/office/drawing/2014/main" id="{B1B822F1-284A-1786-FAF2-72129E2FE64D}"/>
              </a:ext>
            </a:extLst>
          </p:cNvPr>
          <p:cNvSpPr>
            <a:spLocks xmlns:a="http://schemas.openxmlformats.org/drawingml/2006/main" noGrp="1"/>
          </p:cNvSpPr>
          <p:nvPr>
            <p:ph type="sldNum" idx="12"/>
          </p:nvPr>
        </p:nvSpPr>
        <p:spPr>
          <a:xfrm xmlns:a="http://schemas.openxmlformats.org/drawingml/2006/main">
            <a:off x="11509585" y="2513464"/>
            <a:ext cx="449306" cy="338328"/>
          </a:xfrm>
        </p:spPr>
        <p:txBody>
          <a:bodyPr xmlns:a="http://schemas.openxmlformats.org/drawingml/2006/main"/>
          <a:lstStyle xmlns:a="http://schemas.openxmlformats.org/drawingml/2006/main"/>
          <a:p xmlns:a="http://schemas.openxmlformats.org/drawingml/2006/main">
            <a:fld id="{AEAA3239-9EA4-4A65-A281-97F994456D9F}" type="slidenum">
              <a:t>‹#›</a:t>
            </a:fld>
            <a:endParaRPr/>
          </a:p>
        </p:txBody>
      </p:sp>
      <p:sp>
        <p:nvSpPr>
          <p:cNvPr id="10" name="Picture Placeholder 9">
            <a:extLst xmlns:a="http://schemas.openxmlformats.org/drawingml/2006/main">
              <a:ext uri="{FF2B5EF4-FFF2-40B4-BE49-F238E27FC236}">
                <a16:creationId xmlns:a16="http://schemas.microsoft.com/office/drawing/2014/main" id="{EE56056E-3484-D9D0-95D5-818FF4C3C8D6}"/>
              </a:ext>
            </a:extLst>
          </p:cNvPr>
          <p:cNvSpPr>
            <a:spLocks xmlns:a="http://schemas.openxmlformats.org/drawingml/2006/main" noGrp="1"/>
          </p:cNvSpPr>
          <p:nvPr>
            <p:ph type="pic" idx="13" hasCustomPrompt="1"/>
          </p:nvPr>
        </p:nvSpPr>
        <p:spPr>
          <a:xfrm xmlns:a="http://schemas.openxmlformats.org/drawingml/2006/main">
            <a:off x="274220" y="2935280"/>
            <a:ext cx="11651080" cy="3656020"/>
          </a:xfrm>
          <a:custGeom xmlns:a="http://schemas.openxmlformats.org/drawingml/2006/main">
            <a:gdLst>
              <a:gd name="connsiteX0" fmla="*/ 298989 w 11651080"/>
              <a:gd name="connsiteY0" fmla="*/ 0 h 3656020"/>
              <a:gd name="connsiteX1" fmla="*/ 11352091 w 11651080"/>
              <a:gd name="connsiteY1" fmla="*/ 0 h 3656020"/>
              <a:gd name="connsiteX2" fmla="*/ 11651080 w 11651080"/>
              <a:gd name="connsiteY2" fmla="*/ 298989 h 3656020"/>
              <a:gd name="connsiteX3" fmla="*/ 11651080 w 11651080"/>
              <a:gd name="connsiteY3" fmla="*/ 3357031 h 3656020"/>
              <a:gd name="connsiteX4" fmla="*/ 11352091 w 11651080"/>
              <a:gd name="connsiteY4" fmla="*/ 3656020 h 3656020"/>
              <a:gd name="connsiteX5" fmla="*/ 298989 w 11651080"/>
              <a:gd name="connsiteY5" fmla="*/ 3656020 h 3656020"/>
              <a:gd name="connsiteX6" fmla="*/ 0 w 11651080"/>
              <a:gd name="connsiteY6" fmla="*/ 3357031 h 3656020"/>
              <a:gd name="connsiteX7" fmla="*/ 0 w 11651080"/>
              <a:gd name="connsiteY7" fmla="*/ 298989 h 3656020"/>
              <a:gd name="connsiteX8" fmla="*/ 298989 w 11651080"/>
              <a:gd name="connsiteY8" fmla="*/ 0 h 3656020"/>
            </a:gdLst>
            <a:rect l="l" t="t" r="r" b="b"/>
            <a:pathLst>
              <a:path w="11651080" h="3656020">
                <a:moveTo>
                  <a:pt x="298989" y="0"/>
                </a:moveTo>
                <a:lnTo>
                  <a:pt x="11352091" y="0"/>
                </a:lnTo>
                <a:cubicBezTo>
                  <a:pt x="11517218" y="0"/>
                  <a:pt x="11651080" y="133862"/>
                  <a:pt x="11651080" y="298989"/>
                </a:cubicBezTo>
                <a:lnTo>
                  <a:pt x="11651080" y="3357031"/>
                </a:lnTo>
                <a:cubicBezTo>
                  <a:pt x="11651080" y="3522158"/>
                  <a:pt x="11517218" y="3656020"/>
                  <a:pt x="11352091" y="3656020"/>
                </a:cubicBezTo>
                <a:lnTo>
                  <a:pt x="298989" y="3656020"/>
                </a:lnTo>
                <a:cubicBezTo>
                  <a:pt x="133862" y="3656020"/>
                  <a:pt x="0" y="3522158"/>
                  <a:pt x="0" y="3357031"/>
                </a:cubicBezTo>
                <a:lnTo>
                  <a:pt x="0" y="298989"/>
                </a:lnTo>
                <a:cubicBezTo>
                  <a:pt x="0" y="133862"/>
                  <a:pt x="133862" y="0"/>
                  <a:pt x="298989" y="0"/>
                </a:cubicBezTo>
                <a:close/>
              </a:path>
            </a:pathLst>
          </a:custGeom>
          <a:blipFill xmlns:a="http://schemas.openxmlformats.org/drawingml/2006/main" rotWithShape="1">
            <a:blip xmlns:r="http://schemas.openxmlformats.org/officeDocument/2006/relationships" r:embed="R28d644c6cbd14027">
              <a:alphaModFix amt="60000"/>
            </a:blip>
            <a:srcRect l="0" t="0" r="0" b="0"/>
            <a:stretch>
              <a:fillRect l="0" t="0" r="0" b="0"/>
            </a:stretch>
          </a:blipFill>
        </p:spPr>
        <p:txBody>
          <a:bodyPr xmlns:a="http://schemas.openxmlformats.org/drawingml/2006/main" wrap="square">
            <a:noAutofit/>
          </a:bodyPr>
          <a:lstStyle xmlns:a="http://schemas.openxmlformats.org/drawingml/2006/main">
            <a:lvl1pPr marL="0" indent="0">
              <a:buNone/>
              <a:defRPr/>
            </a:lvl1pPr>
          </a:lstStyle>
          <a:p xmlns:a="http://schemas.openxmlformats.org/drawingml/2006/main">
            <a:r>
              <a:t> </a:t>
            </a:r>
          </a:p>
        </p:txBody>
      </p:sp>
    </p:spTree>
  </p:cSld>
</p:sldLayout>
</file>

<file path=ppt/slideLayouts/slideLayout18.xml><?xml version="1.0" encoding="utf-8"?>
<p:sldLayout xmlns:p="http://schemas.openxmlformats.org/presentationml/2006/main" preserve="1">
  <p:cSld name="Content with Picture 9">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182880" y="219456"/>
            <a:ext cx="3172641" cy="3145019"/>
          </a:xfrm>
        </p:spPr>
        <p:txBody>
          <a:bodyPr xmlns:a="http://schemas.openxmlformats.org/drawingml/2006/main" anchor="t">
            <a:normAutofit/>
          </a:bodyPr>
          <a:lstStyle xmlns:a="http://schemas.openxmlformats.org/drawingml/2006/main">
            <a:lvl1pPr>
              <a:buNone/>
              <a:defRPr sz="3000"/>
            </a:lvl1pPr>
          </a:lstStyle>
          <a:p xmlns:a="http://schemas.openxmlformats.org/drawingml/2006/main">
            <a:r>
              <a:t>Click to edit Master title style</a:t>
            </a:r>
            <a:endParaRPr/>
          </a:p>
        </p:txBody>
      </p:sp>
      <p:sp>
        <p:nvSpPr>
          <p:cNvPr id="10" name="Picture Placeholder 9">
            <a:extLst xmlns:a="http://schemas.openxmlformats.org/drawingml/2006/main">
              <a:ext uri="{FF2B5EF4-FFF2-40B4-BE49-F238E27FC236}">
                <a16:creationId xmlns:a16="http://schemas.microsoft.com/office/drawing/2014/main" id="{A95997E6-BE07-E83F-D207-0CADA004E02A}"/>
              </a:ext>
            </a:extLst>
          </p:cNvPr>
          <p:cNvSpPr>
            <a:spLocks xmlns:a="http://schemas.openxmlformats.org/drawingml/2006/main" noGrp="1"/>
          </p:cNvSpPr>
          <p:nvPr>
            <p:ph type="pic" idx="15" hasCustomPrompt="1"/>
          </p:nvPr>
        </p:nvSpPr>
        <p:spPr>
          <a:xfrm xmlns:a="http://schemas.openxmlformats.org/drawingml/2006/main">
            <a:off x="4000500" y="265332"/>
            <a:ext cx="7924800" cy="3095837"/>
          </a:xfrm>
          <a:custGeom xmlns:a="http://schemas.openxmlformats.org/drawingml/2006/main">
            <a:gdLst>
              <a:gd name="connsiteX0" fmla="*/ 282309 w 8229600"/>
              <a:gd name="connsiteY0" fmla="*/ 0 h 3095837"/>
              <a:gd name="connsiteX1" fmla="*/ 7947291 w 8229600"/>
              <a:gd name="connsiteY1" fmla="*/ 0 h 3095837"/>
              <a:gd name="connsiteX2" fmla="*/ 8229600 w 8229600"/>
              <a:gd name="connsiteY2" fmla="*/ 282309 h 3095837"/>
              <a:gd name="connsiteX3" fmla="*/ 8229600 w 8229600"/>
              <a:gd name="connsiteY3" fmla="*/ 2813528 h 3095837"/>
              <a:gd name="connsiteX4" fmla="*/ 7947291 w 8229600"/>
              <a:gd name="connsiteY4" fmla="*/ 3095837 h 3095837"/>
              <a:gd name="connsiteX5" fmla="*/ 282309 w 8229600"/>
              <a:gd name="connsiteY5" fmla="*/ 3095837 h 3095837"/>
              <a:gd name="connsiteX6" fmla="*/ 0 w 8229600"/>
              <a:gd name="connsiteY6" fmla="*/ 2813528 h 3095837"/>
              <a:gd name="connsiteX7" fmla="*/ 0 w 8229600"/>
              <a:gd name="connsiteY7" fmla="*/ 282309 h 3095837"/>
              <a:gd name="connsiteX8" fmla="*/ 282309 w 8229600"/>
              <a:gd name="connsiteY8" fmla="*/ 0 h 3095837"/>
            </a:gdLst>
            <a:rect l="l" t="t" r="r" b="b"/>
            <a:pathLst>
              <a:path w="8229600" h="3095837">
                <a:moveTo>
                  <a:pt x="282309" y="0"/>
                </a:moveTo>
                <a:lnTo>
                  <a:pt x="7947291" y="0"/>
                </a:lnTo>
                <a:cubicBezTo>
                  <a:pt x="8103206" y="0"/>
                  <a:pt x="8229600" y="126394"/>
                  <a:pt x="8229600" y="282309"/>
                </a:cubicBezTo>
                <a:lnTo>
                  <a:pt x="8229600" y="2813528"/>
                </a:lnTo>
                <a:cubicBezTo>
                  <a:pt x="8229600" y="2969443"/>
                  <a:pt x="8103206" y="3095837"/>
                  <a:pt x="7947291" y="3095837"/>
                </a:cubicBezTo>
                <a:lnTo>
                  <a:pt x="282309" y="3095837"/>
                </a:lnTo>
                <a:cubicBezTo>
                  <a:pt x="126394" y="3095837"/>
                  <a:pt x="0" y="2969443"/>
                  <a:pt x="0" y="2813528"/>
                </a:cubicBezTo>
                <a:lnTo>
                  <a:pt x="0" y="282309"/>
                </a:lnTo>
                <a:cubicBezTo>
                  <a:pt x="0" y="126394"/>
                  <a:pt x="126394" y="0"/>
                  <a:pt x="282309" y="0"/>
                </a:cubicBezTo>
                <a:close/>
              </a:path>
            </a:pathLst>
          </a:custGeom>
          <a:blipFill xmlns:a="http://schemas.openxmlformats.org/drawingml/2006/main" rotWithShape="1">
            <a:blip xmlns:r="http://schemas.openxmlformats.org/officeDocument/2006/relationships" r:embed="Rad3f43d2f44b4a51">
              <a:alphaModFix amt="60000"/>
            </a:blip>
            <a:srcRect l="0" t="0" r="0" b="0"/>
            <a:stretch>
              <a:fillRect l="0" t="0" r="0" b="0"/>
            </a:stretch>
          </a:blipFill>
        </p:spPr>
        <p:txBody>
          <a:bodyPr xmlns:a="http://schemas.openxmlformats.org/drawingml/2006/main" wrap="square">
            <a:noAutofit/>
          </a:bodyPr>
          <a:lstStyle xmlns:a="http://schemas.openxmlformats.org/drawingml/2006/main">
            <a:lvl1pPr marL="0" indent="0">
              <a:buNone/>
              <a:defRPr/>
            </a:lvl1pPr>
          </a:lstStyle>
          <a:p xmlns:a="http://schemas.openxmlformats.org/drawingml/2006/main">
            <a:r>
              <a:t> </a:t>
            </a:r>
          </a:p>
        </p:txBody>
      </p:sp>
      <p:sp>
        <p:nvSpPr>
          <p:cNvPr id="8" name="Content Placeholder 7">
            <a:extLst xmlns:a="http://schemas.openxmlformats.org/drawingml/2006/main">
              <a:ext uri="{FF2B5EF4-FFF2-40B4-BE49-F238E27FC236}">
                <a16:creationId xmlns:a16="http://schemas.microsoft.com/office/drawing/2014/main" id="{C3D15418-1E32-0501-0E66-54FC2DD08E39}"/>
              </a:ext>
            </a:extLst>
          </p:cNvPr>
          <p:cNvSpPr>
            <a:spLocks xmlns:a="http://schemas.openxmlformats.org/drawingml/2006/main" noGrp="1"/>
          </p:cNvSpPr>
          <p:nvPr>
            <p:ph idx="14"/>
          </p:nvPr>
        </p:nvSpPr>
        <p:spPr>
          <a:xfrm xmlns:a="http://schemas.openxmlformats.org/drawingml/2006/main">
            <a:off x="3914565" y="3543597"/>
            <a:ext cx="8010734" cy="2843531"/>
          </a:xfrm>
        </p:spPr>
        <p:txBody>
          <a:bodyPr xmlns:a="http://schemas.openxmlformats.org/drawingml/2006/main" vert="horz" lIns="91440" tIns="45720" rIns="91440" bIns="45720">
            <a:normAutofit/>
          </a:bodyPr>
          <a:lstStyle xmlns:a="http://schemas.openxmlformats.org/drawingml/2006/main">
            <a:lvl1pPr>
              <a:buNone/>
              <a:defRPr/>
            </a:lvl1pPr>
            <a:lvl2pPr>
              <a:buNone/>
              <a:defRPr/>
            </a:lvl2pPr>
            <a:lvl3pPr>
              <a:buNone/>
              <a:defRPr/>
            </a:lvl3pPr>
            <a:lvl4pPr>
              <a:buNone/>
              <a:defRPr/>
            </a:lvl4pPr>
            <a:lvl5pPr>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6" name="Footer Placeholder 5">
            <a:extLst xmlns:a="http://schemas.openxmlformats.org/drawingml/2006/main">
              <a:ext uri="{FF2B5EF4-FFF2-40B4-BE49-F238E27FC236}">
                <a16:creationId xmlns:a16="http://schemas.microsoft.com/office/drawing/2014/main" id="{C2BDD5A2-CE3E-3215-6DAA-F75C0D1229D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Presentation title</a:t>
            </a:r>
            <a:endParaRPr/>
          </a:p>
        </p:txBody>
      </p:sp>
      <p:sp>
        <p:nvSpPr>
          <p:cNvPr id="5" name="Date Placeholder 4">
            <a:extLst xmlns:a="http://schemas.openxmlformats.org/drawingml/2006/main">
              <a:ext uri="{FF2B5EF4-FFF2-40B4-BE49-F238E27FC236}">
                <a16:creationId xmlns:a16="http://schemas.microsoft.com/office/drawing/2014/main" id="{897D0B7E-1A60-DA52-6965-92412B1C2F9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5F68458-1A7A-4A29-A16B-4424C6D3B5E6}" type="datetime1">
              <a:t>8/30/26</a:t>
            </a:fld>
            <a:endParaRPr/>
          </a:p>
        </p:txBody>
      </p:sp>
      <p:sp>
        <p:nvSpPr>
          <p:cNvPr id="7" name="Slide Number Placeholder 6">
            <a:extLst xmlns:a="http://schemas.openxmlformats.org/drawingml/2006/main">
              <a:ext uri="{FF2B5EF4-FFF2-40B4-BE49-F238E27FC236}">
                <a16:creationId xmlns:a16="http://schemas.microsoft.com/office/drawing/2014/main" id="{B1B822F1-284A-1786-FAF2-72129E2FE6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EAA3239-9EA4-4A65-A281-97F994456D9F}" type="slidenum">
              <a:t>‹#›</a:t>
            </a:fld>
            <a:endParaRPr/>
          </a:p>
        </p:txBody>
      </p:sp>
    </p:spTree>
  </p:cSld>
</p:sldLayout>
</file>

<file path=ppt/slideLayouts/slideLayout19.xml><?xml version="1.0" encoding="utf-8"?>
<p:sldLayout xmlns:p="http://schemas.openxmlformats.org/presentationml/2006/main" preserve="1">
  <p:cSld name="Number Large">
    <p:spTree>
      <p:nvGrpSpPr>
        <p:cNvPr id="1" name=""/>
        <p:cNvGrpSpPr/>
        <p:nvPr/>
      </p:nvGrpSpPr>
      <p:grpSpPr>
        <a:xfrm xmlns:a="http://schemas.openxmlformats.org/drawingml/2006/main"/>
      </p:grpSpPr>
      <p:sp>
        <p:nvSpPr>
          <p:cNvPr id="6" name="Rectangle: Rounded Corners 5">
            <a:extLst xmlns:a="http://schemas.openxmlformats.org/drawingml/2006/main">
              <a:ext uri="{FF2B5EF4-FFF2-40B4-BE49-F238E27FC236}">
                <a16:creationId xmlns:a16="http://schemas.microsoft.com/office/drawing/2014/main" id="{0E5778B4-3E3F-C3EF-5322-2ECFF646D003}"/>
              </a:ext>
            </a:extLst>
          </p:cNvPr>
          <p:cNvSpPr>
            <a:spLocks xmlns:a="http://schemas.openxmlformats.org/drawingml/2006/main" noGrp="1"/>
          </p:cNvSpPr>
          <p:nvPr/>
        </p:nvSpPr>
        <p:spPr>
          <a:xfrm xmlns:a="http://schemas.openxmlformats.org/drawingml/2006/main">
            <a:off x="1231821" y="760151"/>
            <a:ext cx="9728359" cy="4233673"/>
          </a:xfrm>
          <a:prstGeom xmlns:a="http://schemas.openxmlformats.org/drawingml/2006/main" prst="roundRect">
            <a:avLst>
              <a:gd name="adj" fmla="val 7502"/>
            </a:avLst>
          </a:prstGeom>
          <a:solidFill xmlns:a="http://schemas.openxmlformats.org/drawingml/2006/main">
            <a:schemeClr val="bg2"/>
          </a:solidFill>
          <a:ln xmlns:a="http://schemas.openxmlformats.org/drawingml/2006/main" w="25400">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endParaRPr sz="1800" b="0" i="0" u="none" kern="1200" cap="none" spc="0" baseline="0">
              <a:ln>
                <a:noFill/>
              </a:ln>
              <a:solidFill>
                <a:srgbClr val="F0EDE6"/>
              </a:solidFill>
              <a:latin typeface="Neue Haas Grotesk Text Pro"/>
              <a:ea typeface="Neue Haas Grotesk Text Pro"/>
              <a:cs typeface="Neue Haas Grotesk Text Pro"/>
            </a:endParaRPr>
          </a:p>
        </p:txBody>
      </p:sp>
      <p:sp>
        <p:nvSpPr>
          <p:cNvPr id="2" name="Title 1">
            <a:extLst xmlns:a="http://schemas.openxmlformats.org/drawingml/2006/main">
              <a:ext uri="{FF2B5EF4-FFF2-40B4-BE49-F238E27FC236}">
                <a16:creationId xmlns:a16="http://schemas.microsoft.com/office/drawing/2014/main" id="{B32242A1-A384-8CB1-904B-45EEDF23C323}"/>
              </a:ext>
            </a:extLst>
          </p:cNvPr>
          <p:cNvSpPr>
            <a:spLocks xmlns:a="http://schemas.openxmlformats.org/drawingml/2006/main" noGrp="1"/>
          </p:cNvSpPr>
          <p:nvPr>
            <p:ph type="title" idx="0"/>
          </p:nvPr>
        </p:nvSpPr>
        <p:spPr>
          <a:xfrm xmlns:a="http://schemas.openxmlformats.org/drawingml/2006/main">
            <a:off x="1446276" y="5255159"/>
            <a:ext cx="9299448" cy="1025326"/>
          </a:xfrm>
        </p:spPr>
        <p:txBody>
          <a:bodyPr xmlns:a="http://schemas.openxmlformats.org/drawingml/2006/main" anchor="ctr">
            <a:normAutofit/>
          </a:bodyPr>
          <a:lstStyle xmlns:a="http://schemas.openxmlformats.org/drawingml/2006/main">
            <a:lvl1pPr algn="ctr">
              <a:lnSpc>
                <a:spcPct val="90000"/>
              </a:lnSpc>
              <a:buNone/>
              <a:defRPr sz="2400" spc="-50" baseline="0">
                <a:solidFill>
                  <a:schemeClr val="tx1"/>
                </a:solidFill>
              </a:defRPr>
            </a:lvl1pPr>
          </a:lstStyle>
          <a:p xmlns:a="http://schemas.openxmlformats.org/drawingml/2006/main">
            <a:r>
              <a:t>Click to edit Master title style</a:t>
            </a:r>
            <a:endParaRPr/>
          </a:p>
        </p:txBody>
      </p:sp>
      <p:sp>
        <p:nvSpPr>
          <p:cNvPr id="7" name="Content Placeholder 6">
            <a:extLst xmlns:a="http://schemas.openxmlformats.org/drawingml/2006/main">
              <a:ext uri="{FF2B5EF4-FFF2-40B4-BE49-F238E27FC236}">
                <a16:creationId xmlns:a16="http://schemas.microsoft.com/office/drawing/2014/main" id="{76F59BDE-94E7-56D6-3D7F-6145311BA2D8}"/>
              </a:ext>
            </a:extLst>
          </p:cNvPr>
          <p:cNvSpPr>
            <a:spLocks xmlns:a="http://schemas.openxmlformats.org/drawingml/2006/main" noGrp="1"/>
          </p:cNvSpPr>
          <p:nvPr>
            <p:ph idx="13" hasCustomPrompt="1"/>
          </p:nvPr>
        </p:nvSpPr>
        <p:spPr>
          <a:xfrm xmlns:a="http://schemas.openxmlformats.org/drawingml/2006/main">
            <a:off x="1446276" y="1293091"/>
            <a:ext cx="9299448" cy="3943921"/>
          </a:xfrm>
        </p:spPr>
        <p:txBody>
          <a:bodyPr xmlns:a="http://schemas.openxmlformats.org/drawingml/2006/main" anchor="ctr">
            <a:normAutofit/>
          </a:bodyPr>
          <a:lstStyle xmlns:a="http://schemas.openxmlformats.org/drawingml/2006/main">
            <a:lvl1pPr marL="0" indent="0" algn="ctr">
              <a:lnSpc>
                <a:spcPct val="80000"/>
              </a:lnSpc>
              <a:buNone/>
              <a:defRPr sz="26000" spc="-100" baseline="0">
                <a:solidFill>
                  <a:schemeClr val="tx1"/>
                </a:solidFill>
              </a:defRPr>
            </a:lvl1pPr>
          </a:lstStyle>
          <a:p xmlns:a="http://schemas.openxmlformats.org/drawingml/2006/main">
            <a:pPr lvl="0">
              <a:buNone/>
            </a:pPr>
            <a:r>
              <a:t>XX%</a:t>
            </a:r>
          </a:p>
        </p:txBody>
      </p:sp>
      <p:sp>
        <p:nvSpPr>
          <p:cNvPr id="4" name="Footer Placeholder 3">
            <a:extLst xmlns:a="http://schemas.openxmlformats.org/drawingml/2006/main">
              <a:ext uri="{FF2B5EF4-FFF2-40B4-BE49-F238E27FC236}">
                <a16:creationId xmlns:a16="http://schemas.microsoft.com/office/drawing/2014/main" id="{6D6D72DC-8ED1-FAB8-CD4C-7BDCAEA2C32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Presentation title</a:t>
            </a:r>
            <a:endParaRPr/>
          </a:p>
        </p:txBody>
      </p:sp>
      <p:sp>
        <p:nvSpPr>
          <p:cNvPr id="3" name="Date Placeholder 2">
            <a:extLst xmlns:a="http://schemas.openxmlformats.org/drawingml/2006/main">
              <a:ext uri="{FF2B5EF4-FFF2-40B4-BE49-F238E27FC236}">
                <a16:creationId xmlns:a16="http://schemas.microsoft.com/office/drawing/2014/main" id="{14C6FDB9-A3B3-A4DB-D081-D27ECC7043C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5F68458-1A7A-4A29-A16B-4424C6D3B5E6}" type="datetime1">
              <a:t>8/30/26</a:t>
            </a:fld>
            <a:endParaRPr/>
          </a:p>
        </p:txBody>
      </p:sp>
      <p:sp>
        <p:nvSpPr>
          <p:cNvPr id="5" name="Slide Number Placeholder 4">
            <a:extLst xmlns:a="http://schemas.openxmlformats.org/drawingml/2006/main">
              <a:ext uri="{FF2B5EF4-FFF2-40B4-BE49-F238E27FC236}">
                <a16:creationId xmlns:a16="http://schemas.microsoft.com/office/drawing/2014/main" id="{CFBFCFB0-1D5D-C25F-A74C-5CFB9C1950C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EAA3239-9EA4-4A65-A281-97F994456D9F}" type="slidenum">
              <a:t>‹#›</a:t>
            </a:fld>
            <a:endParaRPr/>
          </a:p>
        </p:txBody>
      </p:sp>
    </p:spTree>
  </p:cSld>
</p:sldLayout>
</file>

<file path=ppt/slideLayouts/slideLayout20.xml><?xml version="1.0" encoding="utf-8"?>
<p:sldLayout xmlns:p="http://schemas.openxmlformats.org/presentationml/2006/main">
  <p:cSld name="Statem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7221EB5-8556-FBD7-00D5-D69AC8E7E73A}"/>
              </a:ext>
            </a:extLst>
          </p:cNvPr>
          <p:cNvSpPr>
            <a:spLocks xmlns:a="http://schemas.openxmlformats.org/drawingml/2006/main" noGrp="1"/>
          </p:cNvSpPr>
          <p:nvPr>
            <p:ph type="title" idx="0"/>
          </p:nvPr>
        </p:nvSpPr>
        <p:spPr>
          <a:xfrm xmlns:a="http://schemas.openxmlformats.org/drawingml/2006/main">
            <a:off x="612648" y="-1133856"/>
            <a:ext cx="10652760" cy="914400"/>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7" name="Content Placeholder 6">
            <a:extLst xmlns:a="http://schemas.openxmlformats.org/drawingml/2006/main">
              <a:ext uri="{FF2B5EF4-FFF2-40B4-BE49-F238E27FC236}">
                <a16:creationId xmlns:a16="http://schemas.microsoft.com/office/drawing/2014/main" id="{3E4E45FF-53F3-89B1-B969-C440DC819EF4}"/>
              </a:ext>
            </a:extLst>
          </p:cNvPr>
          <p:cNvSpPr>
            <a:spLocks xmlns:a="http://schemas.openxmlformats.org/drawingml/2006/main" noGrp="1"/>
          </p:cNvSpPr>
          <p:nvPr>
            <p:ph idx="13" hasCustomPrompt="1"/>
          </p:nvPr>
        </p:nvSpPr>
        <p:spPr>
          <a:xfrm xmlns:a="http://schemas.openxmlformats.org/drawingml/2006/main">
            <a:off x="182880" y="173736"/>
            <a:ext cx="10475499" cy="4850651"/>
          </a:xfrm>
        </p:spPr>
        <p:txBody>
          <a:bodyPr xmlns:a="http://schemas.openxmlformats.org/drawingml/2006/main" anchor="t">
            <a:noAutofit/>
          </a:bodyPr>
          <a:lstStyle xmlns:a="http://schemas.openxmlformats.org/drawingml/2006/main">
            <a:lvl1pPr marL="0" indent="0">
              <a:lnSpc>
                <a:spcPct val="90000"/>
              </a:lnSpc>
              <a:buNone/>
              <a:defRPr sz="7600" b="0" cap="none" spc="-50" baseline="0"/>
            </a:lvl1pPr>
            <a:lvl2pPr marL="228600" indent="0">
              <a:lnSpc>
                <a:spcPct val="90000"/>
              </a:lnSpc>
              <a:buNone/>
              <a:defRPr sz="6600" b="0" cap="none" spc="-50" baseline="0"/>
            </a:lvl2pPr>
            <a:lvl3pPr marL="457200" indent="0">
              <a:lnSpc>
                <a:spcPct val="90000"/>
              </a:lnSpc>
              <a:buNone/>
              <a:defRPr sz="6000" b="0" cap="none" spc="-50" baseline="0"/>
            </a:lvl3pPr>
            <a:lvl4pPr marL="685800" indent="0">
              <a:lnSpc>
                <a:spcPct val="90000"/>
              </a:lnSpc>
              <a:buNone/>
              <a:defRPr sz="5400" b="0" cap="none" spc="-50" baseline="0"/>
            </a:lvl4pPr>
            <a:lvl5pPr marL="914400" indent="0">
              <a:lnSpc>
                <a:spcPct val="90000"/>
              </a:lnSpc>
              <a:buNone/>
              <a:defRPr sz="4800" b="0" cap="none" spc="-50" baseline="0"/>
            </a:lvl5pPr>
          </a:lstStyle>
          <a:p xmlns:a="http://schemas.openxmlformats.org/drawingml/2006/main">
            <a:pPr lvl="0">
              <a:buNone/>
            </a:pPr>
            <a:r>
              <a:t>Click to edit Statement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Footer Placeholder 3">
            <a:extLst xmlns:a="http://schemas.openxmlformats.org/drawingml/2006/main">
              <a:ext uri="{FF2B5EF4-FFF2-40B4-BE49-F238E27FC236}">
                <a16:creationId xmlns:a16="http://schemas.microsoft.com/office/drawing/2014/main" id="{3D56E87B-2252-4382-E6E7-15A81BCC802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Presentation title</a:t>
            </a:r>
            <a:endParaRPr/>
          </a:p>
        </p:txBody>
      </p:sp>
      <p:sp>
        <p:nvSpPr>
          <p:cNvPr id="3" name="Date Placeholder 2">
            <a:extLst xmlns:a="http://schemas.openxmlformats.org/drawingml/2006/main">
              <a:ext uri="{FF2B5EF4-FFF2-40B4-BE49-F238E27FC236}">
                <a16:creationId xmlns:a16="http://schemas.microsoft.com/office/drawing/2014/main" id="{67F688C7-1128-9027-65E4-A17BBE7DDD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5F68458-1A7A-4A29-A16B-4424C6D3B5E6}" type="datetime1">
              <a:t>8/30/26</a:t>
            </a:fld>
            <a:endParaRPr/>
          </a:p>
        </p:txBody>
      </p:sp>
      <p:sp>
        <p:nvSpPr>
          <p:cNvPr id="5" name="Slide Number Placeholder 4">
            <a:extLst xmlns:a="http://schemas.openxmlformats.org/drawingml/2006/main">
              <a:ext uri="{FF2B5EF4-FFF2-40B4-BE49-F238E27FC236}">
                <a16:creationId xmlns:a16="http://schemas.microsoft.com/office/drawing/2014/main" id="{8C1C6A68-1AC4-7B10-CD66-D67327434E6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EAA3239-9EA4-4A65-A281-97F994456D9F}" type="slidenum">
              <a:t>‹#›</a:t>
            </a:fld>
            <a:endParaRPr/>
          </a:p>
        </p:txBody>
      </p:sp>
    </p:spTree>
  </p:cSld>
</p:sldLayout>
</file>

<file path=ppt/slideLayouts/slideLayout21.xml><?xml version="1.0" encoding="utf-8"?>
<p:sldLayout xmlns:p="http://schemas.openxmlformats.org/presentationml/2006/main" preserve="1">
  <p:cSld name="Quot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131542D-3EA5-35E3-406E-8496EA7D4045}"/>
              </a:ext>
            </a:extLst>
          </p:cNvPr>
          <p:cNvSpPr>
            <a:spLocks xmlns:a="http://schemas.openxmlformats.org/drawingml/2006/main" noGrp="1"/>
          </p:cNvSpPr>
          <p:nvPr>
            <p:ph type="title" idx="0" hasCustomPrompt="1"/>
          </p:nvPr>
        </p:nvSpPr>
        <p:spPr>
          <a:xfrm xmlns:a="http://schemas.openxmlformats.org/drawingml/2006/main">
            <a:off x="1388784" y="5029200"/>
            <a:ext cx="9198864" cy="713232"/>
          </a:xfrm>
        </p:spPr>
        <p:txBody>
          <a:bodyPr xmlns:a="http://schemas.openxmlformats.org/drawingml/2006/main" anchor="t">
            <a:normAutofit/>
          </a:bodyPr>
          <a:lstStyle xmlns:a="http://schemas.openxmlformats.org/drawingml/2006/main">
            <a:lvl1pPr>
              <a:lnSpc>
                <a:spcPct val="90000"/>
              </a:lnSpc>
              <a:buNone/>
              <a:defRPr sz="2000" b="1" spc="-50" baseline="0">
                <a:solidFill>
                  <a:schemeClr val="accent1"/>
                </a:solidFill>
              </a:defRPr>
            </a:lvl1pPr>
          </a:lstStyle>
          <a:p xmlns:a="http://schemas.openxmlformats.org/drawingml/2006/main">
            <a:r>
              <a:t>Quote Author</a:t>
            </a:r>
          </a:p>
        </p:txBody>
      </p:sp>
      <p:sp>
        <p:nvSpPr>
          <p:cNvPr id="7" name="Content Placeholder 6">
            <a:extLst xmlns:a="http://schemas.openxmlformats.org/drawingml/2006/main">
              <a:ext uri="{FF2B5EF4-FFF2-40B4-BE49-F238E27FC236}">
                <a16:creationId xmlns:a16="http://schemas.microsoft.com/office/drawing/2014/main" id="{1BBD3F2A-2B85-D7B7-24A2-D01A281CD792}"/>
              </a:ext>
            </a:extLst>
          </p:cNvPr>
          <p:cNvSpPr>
            <a:spLocks xmlns:a="http://schemas.openxmlformats.org/drawingml/2006/main" noGrp="1"/>
          </p:cNvSpPr>
          <p:nvPr>
            <p:ph idx="13" hasCustomPrompt="1"/>
          </p:nvPr>
        </p:nvSpPr>
        <p:spPr>
          <a:xfrm xmlns:a="http://schemas.openxmlformats.org/drawingml/2006/main">
            <a:off x="1388784" y="1115568"/>
            <a:ext cx="9198864" cy="3584448"/>
          </a:xfrm>
        </p:spPr>
        <p:txBody>
          <a:bodyPr xmlns:a="http://schemas.openxmlformats.org/drawingml/2006/main" anchor="ctr">
            <a:normAutofit/>
          </a:bodyPr>
          <a:lstStyle xmlns:a="http://schemas.openxmlformats.org/drawingml/2006/main">
            <a:lvl1pPr marL="137160" indent="-137160">
              <a:lnSpc>
                <a:spcPct val="90000"/>
              </a:lnSpc>
              <a:spcBef>
                <a:spcPts val="0"/>
              </a:spcBef>
              <a:buFont typeface="Arial"/>
              <a:buNone/>
              <a:defRPr sz="5000" spc="-50" baseline="0"/>
            </a:lvl1pPr>
          </a:lstStyle>
          <a:p xmlns:a="http://schemas.openxmlformats.org/drawingml/2006/main">
            <a:pPr lvl="0">
              <a:buNone/>
            </a:pPr>
            <a:r>
              <a:t>Click to edit Quote</a:t>
            </a:r>
          </a:p>
        </p:txBody>
      </p:sp>
      <p:sp>
        <p:nvSpPr>
          <p:cNvPr id="4" name="Footer Placeholder 3">
            <a:extLst xmlns:a="http://schemas.openxmlformats.org/drawingml/2006/main">
              <a:ext uri="{FF2B5EF4-FFF2-40B4-BE49-F238E27FC236}">
                <a16:creationId xmlns:a16="http://schemas.microsoft.com/office/drawing/2014/main" id="{A4AFB98B-06E5-997A-53DA-CC0E6A618ED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Presentation title</a:t>
            </a:r>
            <a:endParaRPr/>
          </a:p>
        </p:txBody>
      </p:sp>
      <p:sp>
        <p:nvSpPr>
          <p:cNvPr id="3" name="Date Placeholder 2">
            <a:extLst xmlns:a="http://schemas.openxmlformats.org/drawingml/2006/main">
              <a:ext uri="{FF2B5EF4-FFF2-40B4-BE49-F238E27FC236}">
                <a16:creationId xmlns:a16="http://schemas.microsoft.com/office/drawing/2014/main" id="{5E4CA6F2-8C52-8488-999E-FEF7877BAFC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5F68458-1A7A-4A29-A16B-4424C6D3B5E6}" type="datetime1">
              <a:t>8/30/26</a:t>
            </a:fld>
            <a:endParaRPr/>
          </a:p>
        </p:txBody>
      </p:sp>
      <p:sp>
        <p:nvSpPr>
          <p:cNvPr id="5" name="Slide Number Placeholder 4">
            <a:extLst xmlns:a="http://schemas.openxmlformats.org/drawingml/2006/main">
              <a:ext uri="{FF2B5EF4-FFF2-40B4-BE49-F238E27FC236}">
                <a16:creationId xmlns:a16="http://schemas.microsoft.com/office/drawing/2014/main" id="{1159DD64-9865-92B3-BED2-F770E9763D7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EAA3239-9EA4-4A65-A281-97F994456D9F}" type="slidenum">
              <a:t>‹#›</a:t>
            </a:fld>
            <a:endParaRPr/>
          </a:p>
        </p:txBody>
      </p:sp>
    </p:spTree>
  </p:cSld>
</p:sldLayout>
</file>

<file path=ppt/slideLayouts/slideLayout22.xml><?xml version="1.0" encoding="utf-8"?>
<p:sldLayout xmlns:p="http://schemas.openxmlformats.org/presentationml/2006/main"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182880" y="219456"/>
            <a:ext cx="11326704" cy="1041564"/>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8" name="Content Placeholder 3">
            <a:extLst xmlns:a="http://schemas.openxmlformats.org/drawingml/2006/main">
              <a:ext uri="{FF2B5EF4-FFF2-40B4-BE49-F238E27FC236}">
                <a16:creationId xmlns:a16="http://schemas.microsoft.com/office/drawing/2014/main" id="{12E940BF-81C2-1FFB-391F-670B2E738E5C}"/>
              </a:ext>
            </a:extLst>
          </p:cNvPr>
          <p:cNvSpPr>
            <a:spLocks xmlns:a="http://schemas.openxmlformats.org/drawingml/2006/main" noGrp="1"/>
          </p:cNvSpPr>
          <p:nvPr>
            <p:ph idx="15"/>
          </p:nvPr>
        </p:nvSpPr>
        <p:spPr>
          <a:xfrm xmlns:a="http://schemas.openxmlformats.org/drawingml/2006/main">
            <a:off x="182880" y="1645920"/>
            <a:ext cx="5420409" cy="4741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2" name="Content Placeholder 3">
            <a:extLst xmlns:a="http://schemas.openxmlformats.org/drawingml/2006/main">
              <a:ext uri="{FF2B5EF4-FFF2-40B4-BE49-F238E27FC236}">
                <a16:creationId xmlns:a16="http://schemas.microsoft.com/office/drawing/2014/main" id="{FB763AB3-1DFB-9F9F-2339-33F3C49C8C10}"/>
              </a:ext>
            </a:extLst>
          </p:cNvPr>
          <p:cNvSpPr>
            <a:spLocks xmlns:a="http://schemas.openxmlformats.org/drawingml/2006/main" noGrp="1"/>
          </p:cNvSpPr>
          <p:nvPr>
            <p:ph idx="16"/>
          </p:nvPr>
        </p:nvSpPr>
        <p:spPr>
          <a:xfrm xmlns:a="http://schemas.openxmlformats.org/drawingml/2006/main">
            <a:off x="6248400" y="1645920"/>
            <a:ext cx="5261184" cy="4741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6" name="Footer Placeholder 5">
            <a:extLst xmlns:a="http://schemas.openxmlformats.org/drawingml/2006/main">
              <a:ext uri="{FF2B5EF4-FFF2-40B4-BE49-F238E27FC236}">
                <a16:creationId xmlns:a16="http://schemas.microsoft.com/office/drawing/2014/main" id="{C2BDD5A2-CE3E-3215-6DAA-F75C0D1229D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Presentation title</a:t>
            </a:r>
            <a:endParaRPr/>
          </a:p>
        </p:txBody>
      </p:sp>
      <p:sp>
        <p:nvSpPr>
          <p:cNvPr id="5" name="Date Placeholder 4">
            <a:extLst xmlns:a="http://schemas.openxmlformats.org/drawingml/2006/main">
              <a:ext uri="{FF2B5EF4-FFF2-40B4-BE49-F238E27FC236}">
                <a16:creationId xmlns:a16="http://schemas.microsoft.com/office/drawing/2014/main" id="{897D0B7E-1A60-DA52-6965-92412B1C2F9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5F68458-1A7A-4A29-A16B-4424C6D3B5E6}" type="datetime1">
              <a:t>8/30/26</a:t>
            </a:fld>
            <a:endParaRPr/>
          </a:p>
        </p:txBody>
      </p:sp>
      <p:sp>
        <p:nvSpPr>
          <p:cNvPr id="7" name="Slide Number Placeholder 6">
            <a:extLst xmlns:a="http://schemas.openxmlformats.org/drawingml/2006/main">
              <a:ext uri="{FF2B5EF4-FFF2-40B4-BE49-F238E27FC236}">
                <a16:creationId xmlns:a16="http://schemas.microsoft.com/office/drawing/2014/main" id="{B1B822F1-284A-1786-FAF2-72129E2FE6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EAA3239-9EA4-4A65-A281-97F994456D9F}" type="slidenum">
              <a:t>‹#›</a:t>
            </a:fld>
            <a:endParaRPr/>
          </a:p>
        </p:txBody>
      </p:sp>
    </p:spTree>
  </p:cSld>
</p:sldLayout>
</file>

<file path=ppt/slideLayouts/slideLayout23.xml><?xml version="1.0" encoding="utf-8"?>
<p:sldLayout xmlns:p="http://schemas.openxmlformats.org/presentationml/2006/main"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1FEE969-634D-6E32-D227-18E9282C6F9E}"/>
              </a:ext>
            </a:extLst>
          </p:cNvPr>
          <p:cNvSpPr>
            <a:spLocks xmlns:a="http://schemas.openxmlformats.org/drawingml/2006/main" noGrp="1"/>
          </p:cNvSpPr>
          <p:nvPr>
            <p:ph type="title" idx="0"/>
          </p:nvPr>
        </p:nvSpPr>
        <p:spPr>
          <a:xfrm xmlns:a="http://schemas.openxmlformats.org/drawingml/2006/main">
            <a:off x="181186" y="219456"/>
            <a:ext cx="11274552" cy="789851"/>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1CD26D4-290A-F0ED-7D62-41EDA6FEC2B9}"/>
              </a:ext>
            </a:extLst>
          </p:cNvPr>
          <p:cNvSpPr>
            <a:spLocks xmlns:a="http://schemas.openxmlformats.org/drawingml/2006/main" noGrp="1"/>
          </p:cNvSpPr>
          <p:nvPr>
            <p:ph type="body" idx="1"/>
          </p:nvPr>
        </p:nvSpPr>
        <p:spPr>
          <a:xfrm xmlns:a="http://schemas.openxmlformats.org/drawingml/2006/main">
            <a:off x="181185" y="1009307"/>
            <a:ext cx="5212080" cy="559834"/>
          </a:xfrm>
        </p:spPr>
        <p:txBody>
          <a:bodyPr xmlns:a="http://schemas.openxmlformats.org/drawingml/2006/main" anchor="b">
            <a:normAutofit/>
          </a:bodyPr>
          <a:lstStyle xmlns:a="http://schemas.openxmlformats.org/drawingml/2006/main">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0" name="Content Placeholder 3">
            <a:extLst xmlns:a="http://schemas.openxmlformats.org/drawingml/2006/main">
              <a:ext uri="{FF2B5EF4-FFF2-40B4-BE49-F238E27FC236}">
                <a16:creationId xmlns:a16="http://schemas.microsoft.com/office/drawing/2014/main" id="{D6A39E64-722E-F001-F641-974F5225314A}"/>
              </a:ext>
            </a:extLst>
          </p:cNvPr>
          <p:cNvSpPr>
            <a:spLocks xmlns:a="http://schemas.openxmlformats.org/drawingml/2006/main" noGrp="1"/>
          </p:cNvSpPr>
          <p:nvPr>
            <p:ph idx="15"/>
          </p:nvPr>
        </p:nvSpPr>
        <p:spPr>
          <a:xfrm xmlns:a="http://schemas.openxmlformats.org/drawingml/2006/main">
            <a:off x="181631" y="1649451"/>
            <a:ext cx="5212080" cy="4343400"/>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06536620-C4F3-EEC3-DBF1-05196B1CBB55}"/>
              </a:ext>
            </a:extLst>
          </p:cNvPr>
          <p:cNvSpPr>
            <a:spLocks xmlns:a="http://schemas.openxmlformats.org/drawingml/2006/main" noGrp="1"/>
          </p:cNvSpPr>
          <p:nvPr>
            <p:ph type="body" idx="3"/>
          </p:nvPr>
        </p:nvSpPr>
        <p:spPr>
          <a:xfrm xmlns:a="http://schemas.openxmlformats.org/drawingml/2006/main">
            <a:off x="6245352" y="1009307"/>
            <a:ext cx="5212080" cy="559834"/>
          </a:xfrm>
        </p:spPr>
        <p:txBody>
          <a:bodyPr xmlns:a="http://schemas.openxmlformats.org/drawingml/2006/main" anchor="b">
            <a:normAutofit/>
          </a:bodyPr>
          <a:lstStyle xmlns:a="http://schemas.openxmlformats.org/drawingml/2006/main">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3">
            <a:extLst xmlns:a="http://schemas.openxmlformats.org/drawingml/2006/main">
              <a:ext uri="{FF2B5EF4-FFF2-40B4-BE49-F238E27FC236}">
                <a16:creationId xmlns:a16="http://schemas.microsoft.com/office/drawing/2014/main" id="{4B9C0BFD-5C7B-FA0D-DCE8-95D24728FEB0}"/>
              </a:ext>
            </a:extLst>
          </p:cNvPr>
          <p:cNvSpPr>
            <a:spLocks xmlns:a="http://schemas.openxmlformats.org/drawingml/2006/main" noGrp="1"/>
          </p:cNvSpPr>
          <p:nvPr>
            <p:ph idx="16"/>
          </p:nvPr>
        </p:nvSpPr>
        <p:spPr>
          <a:xfrm xmlns:a="http://schemas.openxmlformats.org/drawingml/2006/main">
            <a:off x="6245352" y="1649451"/>
            <a:ext cx="5212080" cy="4343400"/>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Footer Placeholder 7">
            <a:extLst xmlns:a="http://schemas.openxmlformats.org/drawingml/2006/main">
              <a:ext uri="{FF2B5EF4-FFF2-40B4-BE49-F238E27FC236}">
                <a16:creationId xmlns:a16="http://schemas.microsoft.com/office/drawing/2014/main" id="{949D76D8-9033-26CF-BF4C-AECCC685C17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Presentation title</a:t>
            </a:r>
            <a:endParaRPr/>
          </a:p>
        </p:txBody>
      </p:sp>
      <p:sp>
        <p:nvSpPr>
          <p:cNvPr id="7" name="Date Placeholder 6">
            <a:extLst xmlns:a="http://schemas.openxmlformats.org/drawingml/2006/main">
              <a:ext uri="{FF2B5EF4-FFF2-40B4-BE49-F238E27FC236}">
                <a16:creationId xmlns:a16="http://schemas.microsoft.com/office/drawing/2014/main" id="{4E3B3581-658A-8487-F9CB-E79F2BFF27E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5F68458-1A7A-4A29-A16B-4424C6D3B5E6}" type="datetime1">
              <a:t>8/30/26</a:t>
            </a:fld>
            <a:endParaRPr/>
          </a:p>
        </p:txBody>
      </p:sp>
      <p:sp>
        <p:nvSpPr>
          <p:cNvPr id="9" name="Slide Number Placeholder 8">
            <a:extLst xmlns:a="http://schemas.openxmlformats.org/drawingml/2006/main">
              <a:ext uri="{FF2B5EF4-FFF2-40B4-BE49-F238E27FC236}">
                <a16:creationId xmlns:a16="http://schemas.microsoft.com/office/drawing/2014/main" id="{E02A06B8-CC1D-542F-D8EB-7625046B91D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EAA3239-9EA4-4A65-A281-97F994456D9F}" type="slidenum">
              <a:t>‹#›</a:t>
            </a:fld>
            <a:endParaRPr/>
          </a:p>
        </p:txBody>
      </p:sp>
    </p:spTree>
  </p:cSld>
</p:sldLayout>
</file>

<file path=ppt/slideLayouts/slideLayout24.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66A9F42-7FF7-F803-C075-BC4968D35E3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4" name="Footer Placeholder 3">
            <a:extLst xmlns:a="http://schemas.openxmlformats.org/drawingml/2006/main">
              <a:ext uri="{FF2B5EF4-FFF2-40B4-BE49-F238E27FC236}">
                <a16:creationId xmlns:a16="http://schemas.microsoft.com/office/drawing/2014/main" id="{6B968DDD-323F-89A1-84E3-DDBA626D938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Presentation title</a:t>
            </a:r>
            <a:endParaRPr/>
          </a:p>
        </p:txBody>
      </p:sp>
      <p:sp>
        <p:nvSpPr>
          <p:cNvPr id="3" name="Date Placeholder 2">
            <a:extLst xmlns:a="http://schemas.openxmlformats.org/drawingml/2006/main">
              <a:ext uri="{FF2B5EF4-FFF2-40B4-BE49-F238E27FC236}">
                <a16:creationId xmlns:a16="http://schemas.microsoft.com/office/drawing/2014/main" id="{E89E8268-7232-2944-F1BD-399F9419B56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4D05E5D-68FD-447C-A2DD-5EC26B56527F}" type="datetime1">
              <a:t>8/30/26</a:t>
            </a:fld>
            <a:endParaRPr/>
          </a:p>
        </p:txBody>
      </p:sp>
      <p:sp>
        <p:nvSpPr>
          <p:cNvPr id="5" name="Slide Number Placeholder 4">
            <a:extLst xmlns:a="http://schemas.openxmlformats.org/drawingml/2006/main">
              <a:ext uri="{FF2B5EF4-FFF2-40B4-BE49-F238E27FC236}">
                <a16:creationId xmlns:a16="http://schemas.microsoft.com/office/drawing/2014/main" id="{98FBDC76-671D-1671-DCE2-D5658BD40E2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EAA3239-9EA4-4A65-A281-97F994456D9F}" type="slidenum">
              <a:t>‹#›</a:t>
            </a:fld>
            <a:endParaRPr/>
          </a:p>
        </p:txBody>
      </p:sp>
    </p:spTree>
  </p:cSld>
</p:sldLayout>
</file>

<file path=ppt/slideLayouts/slideLayout25.xml><?xml version="1.0" encoding="utf-8"?>
<p:sldLayout xmlns:p="http://schemas.openxmlformats.org/presentationml/2006/main" type="blank" preserve="1">
  <p:cSld name="Empty">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49BC4D82-0182-501C-9231-4676768047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5F68458-1A7A-4A29-A16B-4424C6D3B5E6}" type="datetime1">
              <a:t>8/30/26</a:t>
            </a:fld>
            <a:endParaRPr/>
          </a:p>
        </p:txBody>
      </p:sp>
      <p:sp>
        <p:nvSpPr>
          <p:cNvPr id="3" name="Footer Placeholder 2">
            <a:extLst xmlns:a="http://schemas.openxmlformats.org/drawingml/2006/main">
              <a:ext uri="{FF2B5EF4-FFF2-40B4-BE49-F238E27FC236}">
                <a16:creationId xmlns:a16="http://schemas.microsoft.com/office/drawing/2014/main" id="{10EAA6C9-A7F3-19F1-D17C-A1D83FAF553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Presentation title</a:t>
            </a:r>
            <a:endParaRPr/>
          </a:p>
        </p:txBody>
      </p:sp>
      <p:sp>
        <p:nvSpPr>
          <p:cNvPr id="4" name="Slide Number Placeholder 3">
            <a:extLst xmlns:a="http://schemas.openxmlformats.org/drawingml/2006/main">
              <a:ext uri="{FF2B5EF4-FFF2-40B4-BE49-F238E27FC236}">
                <a16:creationId xmlns:a16="http://schemas.microsoft.com/office/drawing/2014/main" id="{34EBB816-1B94-116F-92D4-6043AE9E0C6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EAA3239-9EA4-4A65-A281-97F994456D9F}" type="slidenum">
              <a:t>‹#›</a:t>
            </a:fld>
            <a:endParaRPr/>
          </a:p>
        </p:txBody>
      </p:sp>
    </p:spTree>
  </p:cSld>
</p:sldLayout>
</file>

<file path=ppt/slideLayouts/slideLayout26.xml><?xml version="1.0" encoding="utf-8"?>
<p:sldLayout xmlns:p="http://schemas.openxmlformats.org/presentationml/2006/main" preserve="1">
  <p:cSld name="Conclusion">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C7433D9-FD02-59E2-0F81-A0B7201D2DA0}"/>
              </a:ext>
            </a:extLst>
          </p:cNvPr>
          <p:cNvSpPr>
            <a:spLocks xmlns:a="http://schemas.openxmlformats.org/drawingml/2006/main" noGrp="1"/>
          </p:cNvSpPr>
          <p:nvPr>
            <p:ph type="title" idx="0"/>
          </p:nvPr>
        </p:nvSpPr>
        <p:spPr>
          <a:xfrm xmlns:a="http://schemas.openxmlformats.org/drawingml/2006/main">
            <a:off x="167861" y="207228"/>
            <a:ext cx="11001943" cy="1790700"/>
          </a:xfrm>
        </p:spPr>
        <p:txBody>
          <a:bodyPr xmlns:a="http://schemas.openxmlformats.org/drawingml/2006/main" anchor="t">
            <a:noAutofit/>
          </a:bodyPr>
          <a:lstStyle xmlns:a="http://schemas.openxmlformats.org/drawingml/2006/main">
            <a:lvl1pPr>
              <a:buNone/>
              <a:defRPr sz="7200"/>
            </a:lvl1pPr>
          </a:lstStyle>
          <a:p xmlns:a="http://schemas.openxmlformats.org/drawingml/2006/main">
            <a:r>
              <a:t>Click to edit Master title style</a:t>
            </a:r>
            <a:endParaRPr/>
          </a:p>
        </p:txBody>
      </p:sp>
      <p:sp>
        <p:nvSpPr>
          <p:cNvPr id="8" name="Content Placeholder 7">
            <a:extLst xmlns:a="http://schemas.openxmlformats.org/drawingml/2006/main">
              <a:ext uri="{FF2B5EF4-FFF2-40B4-BE49-F238E27FC236}">
                <a16:creationId xmlns:a16="http://schemas.microsoft.com/office/drawing/2014/main" id="{C7E1FCC9-2D1D-9C6B-8C9A-E3D0A77DBEF0}"/>
              </a:ext>
            </a:extLst>
          </p:cNvPr>
          <p:cNvSpPr>
            <a:spLocks xmlns:a="http://schemas.openxmlformats.org/drawingml/2006/main" noGrp="1"/>
          </p:cNvSpPr>
          <p:nvPr>
            <p:ph idx="13"/>
          </p:nvPr>
        </p:nvSpPr>
        <p:spPr>
          <a:xfrm xmlns:a="http://schemas.openxmlformats.org/drawingml/2006/main">
            <a:off x="1022195" y="3264408"/>
            <a:ext cx="10147610" cy="2834640"/>
          </a:xfrm>
        </p:spPr>
        <p:txBody>
          <a:bodyPr xmlns:a="http://schemas.openxmlformats.org/drawingml/2006/main" vert="horz" lIns="91440" tIns="45720" rIns="91440" bIns="45720">
            <a:normAutofit/>
          </a:bodyPr>
          <a:lstStyle xmlns:a="http://schemas.openxmlformats.org/drawingml/2006/main">
            <a:lvl1pPr>
              <a:buNone/>
              <a:defRPr/>
            </a:lvl1pPr>
            <a:lvl2pPr>
              <a:buNone/>
              <a:defRPr/>
            </a:lvl2pPr>
            <a:lvl3pPr>
              <a:buNone/>
              <a:defRPr/>
            </a:lvl3pPr>
            <a:lvl4pPr>
              <a:buNone/>
              <a:defRPr/>
            </a:lvl4pPr>
            <a:lvl5pPr>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Footer Placeholder 4">
            <a:extLst xmlns:a="http://schemas.openxmlformats.org/drawingml/2006/main">
              <a:ext uri="{FF2B5EF4-FFF2-40B4-BE49-F238E27FC236}">
                <a16:creationId xmlns:a16="http://schemas.microsoft.com/office/drawing/2014/main" id="{B17E6B5E-6174-FD5C-41E8-FFC44C650D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Presentation title</a:t>
            </a:r>
            <a:endParaRPr/>
          </a:p>
        </p:txBody>
      </p:sp>
      <p:sp>
        <p:nvSpPr>
          <p:cNvPr id="4" name="Date Placeholder 3">
            <a:extLst xmlns:a="http://schemas.openxmlformats.org/drawingml/2006/main">
              <a:ext uri="{FF2B5EF4-FFF2-40B4-BE49-F238E27FC236}">
                <a16:creationId xmlns:a16="http://schemas.microsoft.com/office/drawing/2014/main" id="{0B9485D1-E172-8F0A-A425-3097B3ABCFB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5F68458-1A7A-4A29-A16B-4424C6D3B5E6}" type="datetime1">
              <a:t>8/30/26</a:t>
            </a:fld>
            <a:endParaRPr/>
          </a:p>
        </p:txBody>
      </p:sp>
      <p:sp>
        <p:nvSpPr>
          <p:cNvPr id="6" name="Slide Number Placeholder 5">
            <a:extLst xmlns:a="http://schemas.openxmlformats.org/drawingml/2006/main">
              <a:ext uri="{FF2B5EF4-FFF2-40B4-BE49-F238E27FC236}">
                <a16:creationId xmlns:a16="http://schemas.microsoft.com/office/drawing/2014/main" id="{4BF72154-F85B-E301-DA57-E314D731591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EAA3239-9EA4-4A65-A281-97F994456D9F}" type="slidenum">
              <a:t>‹#›</a:t>
            </a:fld>
            <a:endParaRPr/>
          </a:p>
        </p:txBody>
      </p:sp>
    </p:spTree>
  </p:cSld>
</p:sldLayout>
</file>

<file path=ppt/slideLayouts/slideLayout27.xml><?xml version="1.0" encoding="utf-8"?>
<p:sldLayout xmlns:p="http://schemas.openxmlformats.org/presentationml/2006/main" preserve="1">
  <p:cSld name="Conclusion 2">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C7433D9-FD02-59E2-0F81-A0B7201D2DA0}"/>
              </a:ext>
            </a:extLst>
          </p:cNvPr>
          <p:cNvSpPr>
            <a:spLocks xmlns:a="http://schemas.openxmlformats.org/drawingml/2006/main" noGrp="1"/>
          </p:cNvSpPr>
          <p:nvPr>
            <p:ph type="title" idx="0"/>
          </p:nvPr>
        </p:nvSpPr>
        <p:spPr>
          <a:xfrm xmlns:a="http://schemas.openxmlformats.org/drawingml/2006/main">
            <a:off x="2915580" y="1089247"/>
            <a:ext cx="6360840" cy="2171716"/>
          </a:xfrm>
        </p:spPr>
        <p:txBody>
          <a:bodyPr xmlns:a="http://schemas.openxmlformats.org/drawingml/2006/main" anchor="b">
            <a:noAutofit/>
          </a:bodyPr>
          <a:lstStyle xmlns:a="http://schemas.openxmlformats.org/drawingml/2006/main">
            <a:lvl1pPr algn="ctr">
              <a:buNone/>
              <a:defRPr sz="7200"/>
            </a:lvl1pPr>
          </a:lstStyle>
          <a:p xmlns:a="http://schemas.openxmlformats.org/drawingml/2006/main">
            <a:r>
              <a:t>Click to edit Master title style</a:t>
            </a:r>
            <a:endParaRPr/>
          </a:p>
        </p:txBody>
      </p:sp>
      <p:sp>
        <p:nvSpPr>
          <p:cNvPr id="7" name="Content Placeholder 6">
            <a:extLst xmlns:a="http://schemas.openxmlformats.org/drawingml/2006/main">
              <a:ext uri="{FF2B5EF4-FFF2-40B4-BE49-F238E27FC236}">
                <a16:creationId xmlns:a16="http://schemas.microsoft.com/office/drawing/2014/main" id="{053FFEDA-E57B-DF13-2394-A1514E15F85A}"/>
              </a:ext>
            </a:extLst>
          </p:cNvPr>
          <p:cNvSpPr>
            <a:spLocks xmlns:a="http://schemas.openxmlformats.org/drawingml/2006/main" noGrp="1"/>
          </p:cNvSpPr>
          <p:nvPr>
            <p:ph idx="14"/>
          </p:nvPr>
        </p:nvSpPr>
        <p:spPr>
          <a:xfrm xmlns:a="http://schemas.openxmlformats.org/drawingml/2006/main">
            <a:off x="3322864" y="3499880"/>
            <a:ext cx="5543550" cy="1771650"/>
          </a:xfrm>
        </p:spPr>
        <p:txBody>
          <a:bodyPr xmlns:a="http://schemas.openxmlformats.org/drawingml/2006/main" vert="horz" lIns="91440" tIns="45720" rIns="91440" bIns="45720">
            <a:normAutofit/>
          </a:bodyPr>
          <a:lstStyle xmlns:a="http://schemas.openxmlformats.org/drawingml/2006/main">
            <a:lvl1pPr marL="0" indent="0" algn="ctr">
              <a:buNone/>
              <a:defRPr sz="1600"/>
            </a:lvl1pPr>
            <a:lvl2pPr marL="228600" indent="0" algn="ctr">
              <a:buNone/>
              <a:defRPr sz="1600"/>
            </a:lvl2pPr>
            <a:lvl3pPr marL="457200" indent="0" algn="ctr">
              <a:buNone/>
              <a:defRPr sz="1600"/>
            </a:lvl3pPr>
            <a:lvl4pPr marL="685800" indent="0" algn="ctr">
              <a:buNone/>
              <a:defRPr sz="1600"/>
            </a:lvl4pPr>
            <a:lvl5pPr marL="914400" indent="0" algn="ctr">
              <a:buNone/>
              <a:defRPr sz="16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Footer Placeholder 4">
            <a:extLst xmlns:a="http://schemas.openxmlformats.org/drawingml/2006/main">
              <a:ext uri="{FF2B5EF4-FFF2-40B4-BE49-F238E27FC236}">
                <a16:creationId xmlns:a16="http://schemas.microsoft.com/office/drawing/2014/main" id="{B17E6B5E-6174-FD5C-41E8-FFC44C650D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Presentation title</a:t>
            </a:r>
            <a:endParaRPr/>
          </a:p>
        </p:txBody>
      </p:sp>
      <p:sp>
        <p:nvSpPr>
          <p:cNvPr id="4" name="Date Placeholder 3">
            <a:extLst xmlns:a="http://schemas.openxmlformats.org/drawingml/2006/main">
              <a:ext uri="{FF2B5EF4-FFF2-40B4-BE49-F238E27FC236}">
                <a16:creationId xmlns:a16="http://schemas.microsoft.com/office/drawing/2014/main" id="{0B9485D1-E172-8F0A-A425-3097B3ABCFB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5F68458-1A7A-4A29-A16B-4424C6D3B5E6}" type="datetime1">
              <a:t>8/30/26</a:t>
            </a:fld>
            <a:endParaRPr/>
          </a:p>
        </p:txBody>
      </p:sp>
      <p:sp>
        <p:nvSpPr>
          <p:cNvPr id="6" name="Slide Number Placeholder 5">
            <a:extLst xmlns:a="http://schemas.openxmlformats.org/drawingml/2006/main">
              <a:ext uri="{FF2B5EF4-FFF2-40B4-BE49-F238E27FC236}">
                <a16:creationId xmlns:a16="http://schemas.microsoft.com/office/drawing/2014/main" id="{4BF72154-F85B-E301-DA57-E314D731591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EAA3239-9EA4-4A65-A281-97F994456D9F}" type="slidenum">
              <a:t>‹#›</a:t>
            </a:fld>
            <a:endParaRPr/>
          </a:p>
        </p:txBody>
      </p:sp>
    </p:spTree>
  </p:cSld>
</p:sldLayout>
</file>

<file path=ppt/slideLayouts/slideLayout28.xml><?xml version="1.0" encoding="utf-8"?>
<p:sldLayout xmlns:p="http://schemas.openxmlformats.org/presentationml/2006/main" type="title">
  <p:cSld name="1_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a4eb28c59643a3" /><Relationship Type="http://schemas.openxmlformats.org/officeDocument/2006/relationships/slideLayout" Target="/ppt/slideLayouts/slideLayout1.xml" Id="Rbeeba160b2684e57" /><Relationship Type="http://schemas.openxmlformats.org/officeDocument/2006/relationships/slideLayout" Target="/ppt/slideLayouts/slideLayout2.xml" Id="Rc4b304811dab4c14" /><Relationship Type="http://schemas.openxmlformats.org/officeDocument/2006/relationships/slideLayout" Target="/ppt/slideLayouts/slideLayout3.xml" Id="Rf1831c9f6245400a" /><Relationship Type="http://schemas.openxmlformats.org/officeDocument/2006/relationships/slideLayout" Target="/ppt/slideLayouts/slideLayout4.xml" Id="R646e148459a442c3" /><Relationship Type="http://schemas.openxmlformats.org/officeDocument/2006/relationships/slideLayout" Target="/ppt/slideLayouts/slideLayout5.xml" Id="R9f1f1f825fda44c9" /><Relationship Type="http://schemas.openxmlformats.org/officeDocument/2006/relationships/slideLayout" Target="/ppt/slideLayouts/slideLayout6.xml" Id="R2e6c842326184ab9" /><Relationship Type="http://schemas.openxmlformats.org/officeDocument/2006/relationships/slideLayout" Target="/ppt/slideLayouts/slideLayout7.xml" Id="R461a696276e942b9" /><Relationship Type="http://schemas.openxmlformats.org/officeDocument/2006/relationships/slideLayout" Target="/ppt/slideLayouts/slideLayout8.xml" Id="R63cc84a3bbc64eb9" /><Relationship Type="http://schemas.openxmlformats.org/officeDocument/2006/relationships/slideLayout" Target="/ppt/slideLayouts/slideLayout9.xml" Id="Rf264463ec05d4624" /><Relationship Type="http://schemas.openxmlformats.org/officeDocument/2006/relationships/slideLayout" Target="/ppt/slideLayouts/slideLayout10.xml" Id="Re2f1d22d32354237" /><Relationship Type="http://schemas.openxmlformats.org/officeDocument/2006/relationships/slideLayout" Target="/ppt/slideLayouts/slideLayout11.xml" Id="R20d7b5c140b54c21" /><Relationship Type="http://schemas.openxmlformats.org/officeDocument/2006/relationships/slideLayout" Target="/ppt/slideLayouts/slideLayout12.xml" Id="Re02c6332b3734ce0" /><Relationship Type="http://schemas.openxmlformats.org/officeDocument/2006/relationships/slideLayout" Target="/ppt/slideLayouts/slideLayout13.xml" Id="R128a9219153246f1" /><Relationship Type="http://schemas.openxmlformats.org/officeDocument/2006/relationships/slideLayout" Target="/ppt/slideLayouts/slideLayout14.xml" Id="R11bd5ade14da4757" /><Relationship Type="http://schemas.openxmlformats.org/officeDocument/2006/relationships/slideLayout" Target="/ppt/slideLayouts/slideLayout15.xml" Id="R54445c1c64f6438a" /><Relationship Type="http://schemas.openxmlformats.org/officeDocument/2006/relationships/slideLayout" Target="/ppt/slideLayouts/slideLayout16.xml" Id="Rca37101577204439" /><Relationship Type="http://schemas.openxmlformats.org/officeDocument/2006/relationships/slideLayout" Target="/ppt/slideLayouts/slideLayout17.xml" Id="R764d39d55e6e4434" /><Relationship Type="http://schemas.openxmlformats.org/officeDocument/2006/relationships/slideLayout" Target="/ppt/slideLayouts/slideLayout18.xml" Id="Rd83b683b6f8747b1" /><Relationship Type="http://schemas.openxmlformats.org/officeDocument/2006/relationships/slideLayout" Target="/ppt/slideLayouts/slideLayout19.xml" Id="R2f9e88ffceaf4614" /><Relationship Type="http://schemas.openxmlformats.org/officeDocument/2006/relationships/slideLayout" Target="/ppt/slideLayouts/slideLayout20.xml" Id="Rc71fd0be06c34a1d" /><Relationship Type="http://schemas.openxmlformats.org/officeDocument/2006/relationships/slideLayout" Target="/ppt/slideLayouts/slideLayout21.xml" Id="R5890514017604def" /><Relationship Type="http://schemas.openxmlformats.org/officeDocument/2006/relationships/slideLayout" Target="/ppt/slideLayouts/slideLayout22.xml" Id="R365d47e4beff4cc5" /><Relationship Type="http://schemas.openxmlformats.org/officeDocument/2006/relationships/slideLayout" Target="/ppt/slideLayouts/slideLayout23.xml" Id="Ra53acaff6e3943e0" /><Relationship Type="http://schemas.openxmlformats.org/officeDocument/2006/relationships/slideLayout" Target="/ppt/slideLayouts/slideLayout24.xml" Id="Ra9e738bb6f934495" /><Relationship Type="http://schemas.openxmlformats.org/officeDocument/2006/relationships/slideLayout" Target="/ppt/slideLayouts/slideLayout25.xml" Id="R1c99942bcd03478b" /><Relationship Type="http://schemas.openxmlformats.org/officeDocument/2006/relationships/slideLayout" Target="/ppt/slideLayouts/slideLayout26.xml" Id="Rf9eaa31f45fa4351" /><Relationship Type="http://schemas.openxmlformats.org/officeDocument/2006/relationships/slideLayout" Target="/ppt/slideLayouts/slideLayout27.xml" Id="R4c1dc9326a134a61" /><Relationship Type="http://schemas.openxmlformats.org/officeDocument/2006/relationships/slideLayout" Target="/ppt/slideLayouts/slideLayout28.xml" Id="R8d86df2c433e483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475BFB69-9245-EC58-F1DE-FEB625BD336A}"/>
              </a:ext>
            </a:extLst>
          </p:cNvPr>
          <p:cNvSpPr>
            <a:spLocks xmlns:a="http://schemas.openxmlformats.org/drawingml/2006/main" noGrp="1"/>
          </p:cNvSpPr>
          <p:nvPr>
            <p:ph type="title" idx="0"/>
          </p:nvPr>
        </p:nvSpPr>
        <p:spPr>
          <a:xfrm xmlns:a="http://schemas.openxmlformats.org/drawingml/2006/main">
            <a:off x="182880" y="219456"/>
            <a:ext cx="10835640" cy="969264"/>
          </a:xfrm>
          <a:prstGeom xmlns:a="http://schemas.openxmlformats.org/drawingml/2006/main" prst="rect">
            <a:avLst/>
          </a:prstGeom>
        </p:spPr>
        <p:txBody>
          <a:bodyPr xmlns:a="http://schemas.openxmlformats.org/drawingml/2006/main" vert="horz" lIns="91440" tIns="45720" rIns="91440" bIns="45720" anchor="t">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516AFD5-5144-C460-0CA4-644BC4A93C02}"/>
              </a:ext>
            </a:extLst>
          </p:cNvPr>
          <p:cNvSpPr>
            <a:spLocks xmlns:a="http://schemas.openxmlformats.org/drawingml/2006/main" noGrp="1"/>
          </p:cNvSpPr>
          <p:nvPr>
            <p:ph type="body" idx="1"/>
          </p:nvPr>
        </p:nvSpPr>
        <p:spPr>
          <a:xfrm xmlns:a="http://schemas.openxmlformats.org/drawingml/2006/main">
            <a:off x="182880" y="1183206"/>
            <a:ext cx="10835640" cy="5088672"/>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Footer Placeholder 4">
            <a:extLst xmlns:a="http://schemas.openxmlformats.org/drawingml/2006/main">
              <a:ext uri="{FF2B5EF4-FFF2-40B4-BE49-F238E27FC236}">
                <a16:creationId xmlns:a16="http://schemas.microsoft.com/office/drawing/2014/main" id="{D4E1B7C8-DA74-800B-EE14-A39E9DB32DE4}"/>
              </a:ext>
            </a:extLst>
          </p:cNvPr>
          <p:cNvSpPr>
            <a:spLocks xmlns:a="http://schemas.openxmlformats.org/drawingml/2006/main" noGrp="1"/>
          </p:cNvSpPr>
          <p:nvPr>
            <p:ph type="ftr" idx="3"/>
          </p:nvPr>
        </p:nvSpPr>
        <p:spPr>
          <a:xfrm xmlns:a="http://schemas.openxmlformats.org/drawingml/2006/main">
            <a:off x="178704" y="6387128"/>
            <a:ext cx="2703777" cy="338328"/>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750">
                <a:solidFill>
                  <a:schemeClr val="tx1"/>
                </a:solidFill>
              </a:defRPr>
            </a:lvl1pPr>
          </a:lstStyle>
          <a:p xmlns:a="http://schemas.openxmlformats.org/drawingml/2006/main">
            <a:r>
              <a:t>Presentation title</a:t>
            </a:r>
            <a:endParaRPr/>
          </a:p>
        </p:txBody>
      </p:sp>
      <p:sp>
        <p:nvSpPr>
          <p:cNvPr id="4" name="Date Placeholder 3">
            <a:extLst xmlns:a="http://schemas.openxmlformats.org/drawingml/2006/main">
              <a:ext uri="{FF2B5EF4-FFF2-40B4-BE49-F238E27FC236}">
                <a16:creationId xmlns:a16="http://schemas.microsoft.com/office/drawing/2014/main" id="{3995753E-AF8A-7E04-8A1A-205B755A0215}"/>
              </a:ext>
            </a:extLst>
          </p:cNvPr>
          <p:cNvSpPr>
            <a:spLocks xmlns:a="http://schemas.openxmlformats.org/drawingml/2006/main" noGrp="1"/>
          </p:cNvSpPr>
          <p:nvPr>
            <p:ph type="dt" idx="2"/>
          </p:nvPr>
        </p:nvSpPr>
        <p:spPr>
          <a:xfrm xmlns:a="http://schemas.openxmlformats.org/drawingml/2006/main">
            <a:off x="10477500" y="6387128"/>
            <a:ext cx="1032084" cy="338328"/>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750">
                <a:solidFill>
                  <a:schemeClr val="tx1"/>
                </a:solidFill>
              </a:defRPr>
            </a:lvl1pPr>
          </a:lstStyle>
          <a:p xmlns:a="http://schemas.openxmlformats.org/drawingml/2006/main">
            <a:fld id="{35F68458-1A7A-4A29-A16B-4424C6D3B5E6}" type="datetime1">
              <a:t>8/30/26</a:t>
            </a:fld>
            <a:endParaRPr/>
          </a:p>
        </p:txBody>
      </p:sp>
      <p:sp>
        <p:nvSpPr>
          <p:cNvPr id="6" name="Slide Number Placeholder 5">
            <a:extLst xmlns:a="http://schemas.openxmlformats.org/drawingml/2006/main">
              <a:ext uri="{FF2B5EF4-FFF2-40B4-BE49-F238E27FC236}">
                <a16:creationId xmlns:a16="http://schemas.microsoft.com/office/drawing/2014/main" id="{7AC1647D-0DF0-CA1B-F723-EF7B8F508DB7}"/>
              </a:ext>
            </a:extLst>
          </p:cNvPr>
          <p:cNvSpPr>
            <a:spLocks xmlns:a="http://schemas.openxmlformats.org/drawingml/2006/main" noGrp="1"/>
          </p:cNvSpPr>
          <p:nvPr>
            <p:ph type="sldNum" idx="4"/>
          </p:nvPr>
        </p:nvSpPr>
        <p:spPr>
          <a:xfrm xmlns:a="http://schemas.openxmlformats.org/drawingml/2006/main">
            <a:off x="11509584" y="6387128"/>
            <a:ext cx="457200" cy="338328"/>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750">
                <a:solidFill>
                  <a:schemeClr val="tx1"/>
                </a:solidFill>
              </a:defRPr>
            </a:lvl1pPr>
          </a:lstStyle>
          <a:p xmlns:a="http://schemas.openxmlformats.org/drawingml/2006/main">
            <a:fld id="{AEAA3239-9EA4-4A65-A281-97F994456D9F}" type="slidenum">
              <a:t>‹#›</a:t>
            </a:fld>
            <a:endParaRPr/>
          </a:p>
        </p:txBody>
      </p:sp>
      <p:sp>
        <p:nvSpPr>
          <p:cNvPr id="8" name="TextBox 7">
            <a:extLst xmlns:a="http://schemas.openxmlformats.org/drawingml/2006/main">
              <a:ext uri="{FF2B5EF4-FFF2-40B4-BE49-F238E27FC236}">
                <a16:creationId xmlns:a16="http://schemas.microsoft.com/office/drawing/2014/main" id="{A8B5829E-7DF8-116D-C644-CBE204D7736E}"/>
              </a:ext>
            </a:extLst>
          </p:cNvPr>
          <p:cNvSpPr>
            <a:spLocks xmlns:a="http://schemas.openxmlformats.org/drawingml/2006/main" noGrp="1"/>
          </p:cNvSpPr>
          <p:nvPr/>
        </p:nvSpPr>
        <p:spPr>
          <a:xfrm xmlns:a="http://schemas.openxmlformats.org/drawingml/2006/main">
            <a:off x="11315700" y="6672580"/>
            <a:ext cx="833438" cy="121920"/>
          </a:xfrm>
          <a:prstGeom xmlns:a="http://schemas.openxmlformats.org/drawingml/2006/main" prst="rect">
            <a:avLst/>
          </a:prstGeom>
        </p:spPr>
        <p:txBody>
          <a:bodyPr xmlns:a="http://schemas.openxmlformats.org/drawingml/2006/main" lIns="0" tIns="0" rIns="0" bIns="0">
            <a:spAutoFit/>
          </a:bodyPr>
          <a:lstStyle xmlns:a="http://schemas.openxmlformats.org/drawingml/2006/main"/>
          <a:p xmlns:a="http://schemas.openxmlformats.org/drawingml/2006/main">
            <a:pPr algn="l">
              <a:buNone/>
            </a:pPr>
            <a:r>
              <a:rPr sz="800">
                <a:solidFill>
                  <a:srgbClr val="000000">
                    <a:alpha val="50000"/>
                  </a:srgbClr>
                </a:solidFill>
                <a:latin typeface="Aptos"/>
                <a:ea typeface="Aptos"/>
                <a:cs typeface="Aptos"/>
              </a:rPr>
              <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eeba160b2684e57"/>
    <p:sldLayoutId xmlns:r="http://schemas.openxmlformats.org/officeDocument/2006/relationships" id="2147483650" r:id="Rc4b304811dab4c14"/>
    <p:sldLayoutId xmlns:r="http://schemas.openxmlformats.org/officeDocument/2006/relationships" id="2147483651" r:id="Rf1831c9f6245400a"/>
    <p:sldLayoutId xmlns:r="http://schemas.openxmlformats.org/officeDocument/2006/relationships" id="2147483652" r:id="R646e148459a442c3"/>
    <p:sldLayoutId xmlns:r="http://schemas.openxmlformats.org/officeDocument/2006/relationships" id="2147483653" r:id="R9f1f1f825fda44c9"/>
    <p:sldLayoutId xmlns:r="http://schemas.openxmlformats.org/officeDocument/2006/relationships" id="2147483654" r:id="R2e6c842326184ab9"/>
    <p:sldLayoutId xmlns:r="http://schemas.openxmlformats.org/officeDocument/2006/relationships" id="2147483655" r:id="R461a696276e942b9"/>
    <p:sldLayoutId xmlns:r="http://schemas.openxmlformats.org/officeDocument/2006/relationships" id="2147483656" r:id="R63cc84a3bbc64eb9"/>
    <p:sldLayoutId xmlns:r="http://schemas.openxmlformats.org/officeDocument/2006/relationships" id="2147483657" r:id="Rf264463ec05d4624"/>
    <p:sldLayoutId xmlns:r="http://schemas.openxmlformats.org/officeDocument/2006/relationships" id="2147483658" r:id="Re2f1d22d32354237"/>
    <p:sldLayoutId xmlns:r="http://schemas.openxmlformats.org/officeDocument/2006/relationships" id="2147483659" r:id="R20d7b5c140b54c21"/>
    <p:sldLayoutId xmlns:r="http://schemas.openxmlformats.org/officeDocument/2006/relationships" id="2147483660" r:id="Re02c6332b3734ce0"/>
    <p:sldLayoutId xmlns:r="http://schemas.openxmlformats.org/officeDocument/2006/relationships" id="2147483661" r:id="R128a9219153246f1"/>
    <p:sldLayoutId xmlns:r="http://schemas.openxmlformats.org/officeDocument/2006/relationships" id="2147483662" r:id="R11bd5ade14da4757"/>
    <p:sldLayoutId xmlns:r="http://schemas.openxmlformats.org/officeDocument/2006/relationships" id="2147483663" r:id="R54445c1c64f6438a"/>
    <p:sldLayoutId xmlns:r="http://schemas.openxmlformats.org/officeDocument/2006/relationships" id="2147483664" r:id="Rca37101577204439"/>
    <p:sldLayoutId xmlns:r="http://schemas.openxmlformats.org/officeDocument/2006/relationships" id="2147483665" r:id="R764d39d55e6e4434"/>
    <p:sldLayoutId xmlns:r="http://schemas.openxmlformats.org/officeDocument/2006/relationships" id="2147483666" r:id="Rd83b683b6f8747b1"/>
    <p:sldLayoutId xmlns:r="http://schemas.openxmlformats.org/officeDocument/2006/relationships" id="2147483667" r:id="R2f9e88ffceaf4614"/>
    <p:sldLayoutId xmlns:r="http://schemas.openxmlformats.org/officeDocument/2006/relationships" id="2147483668" r:id="Rc71fd0be06c34a1d"/>
    <p:sldLayoutId xmlns:r="http://schemas.openxmlformats.org/officeDocument/2006/relationships" id="2147483669" r:id="R5890514017604def"/>
    <p:sldLayoutId xmlns:r="http://schemas.openxmlformats.org/officeDocument/2006/relationships" id="2147483670" r:id="R365d47e4beff4cc5"/>
    <p:sldLayoutId xmlns:r="http://schemas.openxmlformats.org/officeDocument/2006/relationships" id="2147483671" r:id="Ra53acaff6e3943e0"/>
    <p:sldLayoutId xmlns:r="http://schemas.openxmlformats.org/officeDocument/2006/relationships" id="2147483672" r:id="Ra9e738bb6f934495"/>
    <p:sldLayoutId xmlns:r="http://schemas.openxmlformats.org/officeDocument/2006/relationships" id="2147483673" r:id="R1c99942bcd03478b"/>
    <p:sldLayoutId xmlns:r="http://schemas.openxmlformats.org/officeDocument/2006/relationships" id="2147483674" r:id="Rf9eaa31f45fa4351"/>
    <p:sldLayoutId xmlns:r="http://schemas.openxmlformats.org/officeDocument/2006/relationships" id="2147483675" r:id="R4c1dc9326a134a61"/>
    <p:sldLayoutId xmlns:r="http://schemas.openxmlformats.org/officeDocument/2006/relationships" id="2147483676" r:id="R8d86df2c433e4830"/>
  </p:sldLayoutIdLst>
  <p:txStyles>
    <p:titleStyle>
      <a:lvl1pPr xmlns:a="http://schemas.openxmlformats.org/drawingml/2006/main" algn="l" defTabSz="914400">
        <a:lnSpc>
          <a:spcPct val="85000"/>
        </a:lnSpc>
        <a:spcBef>
          <a:spcPct val="0"/>
        </a:spcBef>
        <a:buNone/>
        <a:defRPr sz="3000" b="0" kern="1200" spc="-100" baseline="0">
          <a:solidFill>
            <a:schemeClr val="tx1"/>
          </a:solidFill>
          <a:latin typeface="+mj-lt"/>
          <a:ea typeface="+mj-lt"/>
          <a:cs typeface="+mj-lt"/>
        </a:defRPr>
      </a:lvl1pPr>
    </p:titleStyle>
    <p:bodyStyle>
      <a:lvl1pPr xmlns:a="http://schemas.openxmlformats.org/drawingml/2006/main" marL="285750" indent="-285750" algn="l" defTabSz="914400">
        <a:lnSpc>
          <a:spcPct val="120000"/>
        </a:lnSpc>
        <a:spcBef>
          <a:spcPts val="1000"/>
        </a:spcBef>
        <a:buFont typeface="Arial"/>
        <a:buChar char="•"/>
        <a:defRPr sz="1400" kern="1200">
          <a:solidFill>
            <a:schemeClr val="tx1"/>
          </a:solidFill>
          <a:latin typeface="+mn-lt"/>
          <a:ea typeface="+mn-lt"/>
          <a:cs typeface="+mn-lt"/>
        </a:defRPr>
      </a:lvl1pPr>
      <a:lvl2pPr xmlns:a="http://schemas.openxmlformats.org/drawingml/2006/main" marL="514350" indent="-285750" algn="l" defTabSz="914400">
        <a:lnSpc>
          <a:spcPct val="120000"/>
        </a:lnSpc>
        <a:spcBef>
          <a:spcPts val="500"/>
        </a:spcBef>
        <a:buFont typeface="Arial"/>
        <a:buChar char="•"/>
        <a:defRPr sz="1400" kern="1200">
          <a:solidFill>
            <a:schemeClr val="tx1"/>
          </a:solidFill>
          <a:latin typeface="+mn-lt"/>
          <a:ea typeface="+mn-lt"/>
          <a:cs typeface="+mn-lt"/>
        </a:defRPr>
      </a:lvl2pPr>
      <a:lvl3pPr xmlns:a="http://schemas.openxmlformats.org/drawingml/2006/main" marL="742950" indent="-285750" algn="l" defTabSz="914400">
        <a:lnSpc>
          <a:spcPct val="120000"/>
        </a:lnSpc>
        <a:spcBef>
          <a:spcPts val="500"/>
        </a:spcBef>
        <a:buFont typeface="Arial"/>
        <a:buChar char="•"/>
        <a:defRPr sz="1400" kern="1200">
          <a:solidFill>
            <a:schemeClr val="tx1"/>
          </a:solidFill>
          <a:latin typeface="+mn-lt"/>
          <a:ea typeface="+mn-lt"/>
          <a:cs typeface="+mn-lt"/>
        </a:defRPr>
      </a:lvl3pPr>
      <a:lvl4pPr xmlns:a="http://schemas.openxmlformats.org/drawingml/2006/main" marL="971550" indent="-285750" algn="l" defTabSz="914400">
        <a:lnSpc>
          <a:spcPct val="120000"/>
        </a:lnSpc>
        <a:spcBef>
          <a:spcPts val="500"/>
        </a:spcBef>
        <a:buFont typeface="Arial"/>
        <a:buChar char="•"/>
        <a:defRPr sz="1400" kern="1200">
          <a:solidFill>
            <a:schemeClr val="tx1"/>
          </a:solidFill>
          <a:latin typeface="+mn-lt"/>
          <a:ea typeface="+mn-lt"/>
          <a:cs typeface="+mn-lt"/>
        </a:defRPr>
      </a:lvl4pPr>
      <a:lvl5pPr xmlns:a="http://schemas.openxmlformats.org/drawingml/2006/main" marL="1200150" indent="-285750" algn="l" defTabSz="914400">
        <a:lnSpc>
          <a:spcPct val="120000"/>
        </a:lnSpc>
        <a:spcBef>
          <a:spcPts val="500"/>
        </a:spcBef>
        <a:buFont typeface="Arial"/>
        <a:buChar char="•"/>
        <a:defRPr sz="14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3" pos="168">
          <p15:clr>
            <a:srgbClr xmlns:a="http://schemas.openxmlformats.org/drawingml/2006/main" val="F26B43"/>
          </p15:clr>
        </p15:guide>
        <p15:guide id="4" orient="horz" pos="168">
          <p15:clr>
            <a:srgbClr xmlns:a="http://schemas.openxmlformats.org/drawingml/2006/main" val="F26B43"/>
          </p15:clr>
        </p15:guide>
        <p15:guide id="5" pos="7512">
          <p15:clr>
            <a:srgbClr xmlns:a="http://schemas.openxmlformats.org/drawingml/2006/main" val="F26B43"/>
          </p15:clr>
        </p15:guide>
        <p15:guide id="6" orient="horz" pos="4152">
          <p15:clr>
            <a:srgbClr xmlns:a="http://schemas.openxmlformats.org/drawingml/2006/main" val="F26B43"/>
          </p15:clr>
        </p15:guide>
        <p15:guide id="12" pos="4728">
          <p15:clr>
            <a:srgbClr xmlns:a="http://schemas.openxmlformats.org/drawingml/2006/main" val="F26B43"/>
          </p15:clr>
        </p15:guide>
        <p15:guide id="13" pos="5328">
          <p15:clr>
            <a:srgbClr xmlns:a="http://schemas.openxmlformats.org/drawingml/2006/main" val="F26B43"/>
          </p15:clr>
        </p15:guide>
        <p15:guide id="26" pos="2952">
          <p15:clr>
            <a:srgbClr xmlns:a="http://schemas.openxmlformats.org/drawingml/2006/main" val="F26B43"/>
          </p15:clr>
        </p15:guide>
        <p15:guide id="27" pos="3096">
          <p15:clr>
            <a:srgbClr xmlns:a="http://schemas.openxmlformats.org/drawingml/2006/main" val="F26B43"/>
          </p15:clr>
        </p15:guide>
        <p15:guide id="29" pos="4128">
          <p15:clr>
            <a:srgbClr xmlns:a="http://schemas.openxmlformats.org/drawingml/2006/main" val="F26B43"/>
          </p15:clr>
        </p15:guide>
        <p15:guide id="30" pos="1392">
          <p15:clr>
            <a:srgbClr xmlns:a="http://schemas.openxmlformats.org/drawingml/2006/main" val="F26B43"/>
          </p15:clr>
        </p15:guide>
        <p15:guide id="31" pos="864">
          <p15:clr>
            <a:srgbClr xmlns:a="http://schemas.openxmlformats.org/drawingml/2006/main" val="F26B43"/>
          </p15:clr>
        </p15:guide>
      </p15:sldGuideLst>
    </p:ext>
  </p:extLst>
</p:sldMaster>
</file>

<file path=ppt/slideMasters/theme/theme2.xml><?xml version="1.0" encoding="utf-8"?>
<a:theme xmlns:a="http://schemas.openxmlformats.org/drawingml/2006/main" name="Dune">
  <a:themeElements>
    <a:clrScheme name="Dune">
      <a:dk1>
        <a:srgbClr val="131313"/>
      </a:dk1>
      <a:lt1>
        <a:sysClr val="window" lastClr="FFFFFF"/>
      </a:lt1>
      <a:dk2>
        <a:srgbClr val="272D2B"/>
      </a:dk2>
      <a:lt2>
        <a:srgbClr val="F0EDE6"/>
      </a:lt2>
      <a:accent1>
        <a:srgbClr val="647E6B"/>
      </a:accent1>
      <a:accent2>
        <a:srgbClr val="476262"/>
      </a:accent2>
      <a:accent3>
        <a:srgbClr val="9B8C69"/>
      </a:accent3>
      <a:accent4>
        <a:srgbClr val="BA988C"/>
      </a:accent4>
      <a:accent5>
        <a:srgbClr val="A27C7C"/>
      </a:accent5>
      <a:accent6>
        <a:srgbClr val="79958B"/>
      </a:accent6>
      <a:hlink>
        <a:srgbClr val="476262"/>
      </a:hlink>
      <a:folHlink>
        <a:srgbClr val="A27C7C"/>
      </a:folHlink>
    </a:clrScheme>
    <a:fontScheme name="Neue Haas">
      <a:majorFont>
        <a:latin typeface="Neue Haas Grotesk Text Pro"/>
        <a:ea typeface=""/>
        <a:cs typeface=""/>
      </a:majorFont>
      <a:minorFont>
        <a:latin typeface="Neue Haas Grotesk Text Pro"/>
        <a:ea typeface=""/>
        <a:cs typeface=""/>
      </a:minorFont>
    </a:fontScheme>
    <a:fmtScheme name="Dun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8.xml" Id="Ra78a608188564f95" /><Relationship Type="http://schemas.openxmlformats.org/officeDocument/2006/relationships/image" Target="/ppt/media/image.png" Id="R12990bc0e6d54034" /><Relationship Type="http://schemas.openxmlformats.org/officeDocument/2006/relationships/notesSlide" Target="/ppt/notesSlides/notesSlide1.xml" Id="R3662f703ef3648f6" /></Relationships>
</file>

<file path=ppt/slides/_rels/slide2.xml.rels>&#65279;<?xml version="1.0" encoding="utf-8"?><Relationships xmlns="http://schemas.openxmlformats.org/package/2006/relationships"><Relationship Type="http://schemas.openxmlformats.org/officeDocument/2006/relationships/slideLayout" Target="/ppt/slideLayouts/slideLayout28.xml" Id="R30abc4d6b8e643a1" /><Relationship Type="http://schemas.openxmlformats.org/officeDocument/2006/relationships/notesSlide" Target="/ppt/notesSlides/notesSlide2.xml" Id="R0acaaf17156e4c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28.xml" Id="R82fb8b6d2cad498e" /><Relationship Type="http://schemas.openxmlformats.org/officeDocument/2006/relationships/notesSlide" Target="/ppt/notesSlides/notesSlide3.xml" Id="R43f8b96b3b4f47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28.xml" Id="R8e037b086b064a6b" /><Relationship Type="http://schemas.openxmlformats.org/officeDocument/2006/relationships/notesSlide" Target="/ppt/notesSlides/notesSlide4.xml" Id="R1f08e477d4ca40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28.xml" Id="R3951ced433bc48cc" /><Relationship Type="http://schemas.openxmlformats.org/officeDocument/2006/relationships/image" Target="/ppt/media/image2.png" Id="Rb2f688a9481d4672" /><Relationship Type="http://schemas.openxmlformats.org/officeDocument/2006/relationships/notesSlide" Target="/ppt/notesSlides/notesSlide5.xml" Id="R9251a153f1884b8f" /></Relationships>
</file>

<file path=ppt/slides/_rels/slide6.xml.rels>&#65279;<?xml version="1.0" encoding="utf-8"?><Relationships xmlns="http://schemas.openxmlformats.org/package/2006/relationships"><Relationship Type="http://schemas.openxmlformats.org/officeDocument/2006/relationships/slideLayout" Target="/ppt/slideLayouts/slideLayout28.xml" Id="R7c581db104484be3" /><Relationship Type="http://schemas.openxmlformats.org/officeDocument/2006/relationships/notesSlide" Target="/ppt/notesSlides/notesSlide6.xml" Id="R7b23e9bfdc124363" /></Relationships>
</file>

<file path=ppt/slides/_rels/slide7.xml.rels>&#65279;<?xml version="1.0" encoding="utf-8"?><Relationships xmlns="http://schemas.openxmlformats.org/package/2006/relationships"><Relationship Type="http://schemas.openxmlformats.org/officeDocument/2006/relationships/slideLayout" Target="/ppt/slideLayouts/slideLayout28.xml" Id="R6fb323faf8d74178" /><Relationship Type="http://schemas.openxmlformats.org/officeDocument/2006/relationships/notesSlide" Target="/ppt/notesSlides/notesSlide7.xml" Id="R443e947d7eb740c0" /></Relationships>
</file>

<file path=ppt/slides/_rels/slide8.xml.rels>&#65279;<?xml version="1.0" encoding="utf-8"?><Relationships xmlns="http://schemas.openxmlformats.org/package/2006/relationships"><Relationship Type="http://schemas.openxmlformats.org/officeDocument/2006/relationships/slideLayout" Target="/ppt/slideLayouts/slideLayout28.xml" Id="R1ed6600058844e39" /><Relationship Type="http://schemas.openxmlformats.org/officeDocument/2006/relationships/notesSlide" Target="/ppt/notesSlides/notesSlide8.xml" Id="R70d210597be046ef" /></Relationships>
</file>

<file path=ppt/slides/_rels/slide9.xml.rels>&#65279;<?xml version="1.0" encoding="utf-8"?><Relationships xmlns="http://schemas.openxmlformats.org/package/2006/relationships"><Relationship Type="http://schemas.openxmlformats.org/officeDocument/2006/relationships/slideLayout" Target="/ppt/slideLayouts/slideLayout28.xml" Id="R2331f310414642c5" /><Relationship Type="http://schemas.openxmlformats.org/officeDocument/2006/relationships/notesSlide" Target="/ppt/notesSlides/notesSlide9.xml" Id="Ra7da6ab2d6fc49b4" /></Relationships>
</file>

<file path=ppt/slides/slide1.xml><?xml version="1.0" encoding="utf-8"?>
<p:sld xmlns:p="http://schemas.openxmlformats.org/presentationml/2006/main">
  <p:cSld>
    <p:bg>
      <p:bgPr>
        <a:solidFill xmlns:a="http://schemas.openxmlformats.org/drawingml/2006/main">
          <a:srgbClr val="070B28"/>
        </a:solidFill>
      </p:bgPr>
    </p:bg>
    <p:spTree>
      <p:nvGrpSpPr>
        <p:cNvPr id="1" name=""/>
        <p:cNvGrpSpPr/>
        <p:nvPr/>
      </p:nvGrpSpPr>
      <p:grpSpPr>
        <a:xfrm xmlns:a="http://schemas.openxmlformats.org/drawingml/2006/main"/>
      </p:grpSpPr>
      <p:pic>
        <p:nvPicPr>
          <p:cNvPr id="8" name="Picture 4"/>
          <p:cNvPicPr>
            <a:picLocks xmlns:a="http://schemas.openxmlformats.org/drawingml/2006/main" noChangeAspect="1"/>
          </p:cNvPicPr>
          <p:nvPr/>
        </p:nvPicPr>
        <p:blipFill>
          <a:blip xmlns:r="http://schemas.openxmlformats.org/officeDocument/2006/relationships" xmlns:a="http://schemas.openxmlformats.org/drawingml/2006/main" r:embed="R12990bc0e6d54034"/>
          <a:stretch xmlns:a="http://schemas.openxmlformats.org/drawingml/2006/main"/>
        </p:blipFill>
        <p:spPr>
          <a:xfrm xmlns:a="http://schemas.openxmlformats.org/drawingml/2006/main">
            <a:off x="952500" y="0"/>
            <a:ext cx="10287000" cy="6858000"/>
          </a:xfrm>
          <a:prstGeom xmlns:a="http://schemas.openxmlformats.org/drawingml/2006/main" prst="rect">
            <a:avLst/>
          </a:prstGeom>
        </p:spPr>
      </p:pic>
      <p:sp>
        <p:nvSpPr>
          <p:cNvPr id="2" name="cover-top-band">
            <a:extLst xmlns:a="http://schemas.openxmlformats.org/drawingml/2006/main">
              <a:ext uri="{FF2B5EF4-FFF2-40B4-BE49-F238E27FC236}">
                <a16:creationId xmlns:a16="http://schemas.microsoft.com/office/drawing/2014/main" id="{1D727DC1-9B41-41FF-B19B-320B4B53B98A}"/>
              </a:ext>
            </a:extLst>
          </p:cNvPr>
          <p:cNvSpPr>
            <a:spLocks xmlns:a="http://schemas.openxmlformats.org/drawingml/2006/main" noGrp="1"/>
          </p:cNvSpPr>
          <p:nvPr/>
        </p:nvSpPr>
        <p:spPr>
          <a:xfrm xmlns:a="http://schemas.openxmlformats.org/drawingml/2006/main">
            <a:off x="0" y="0"/>
            <a:ext cx="12192000" cy="495300"/>
          </a:xfrm>
          <a:prstGeom xmlns:a="http://schemas.openxmlformats.org/drawingml/2006/main" prst="rect">
            <a:avLst/>
          </a:prstGeom>
          <a:solidFill xmlns:a="http://schemas.openxmlformats.org/drawingml/2006/main">
            <a:srgbClr val="05091F">
              <a:alpha val="78000"/>
            </a:srgb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hackathon-label">
            <a:extLst xmlns:a="http://schemas.openxmlformats.org/drawingml/2006/main">
              <a:ext uri="{FF2B5EF4-FFF2-40B4-BE49-F238E27FC236}">
                <a16:creationId xmlns:a16="http://schemas.microsoft.com/office/drawing/2014/main" id="{CF3E3FDC-4715-4441-9A7B-5715F105C6D0}"/>
              </a:ext>
            </a:extLst>
          </p:cNvPr>
          <p:cNvSpPr>
            <a:spLocks xmlns:a="http://schemas.openxmlformats.org/drawingml/2006/main" noGrp="1"/>
          </p:cNvSpPr>
          <p:nvPr/>
        </p:nvSpPr>
        <p:spPr>
          <a:xfrm xmlns:a="http://schemas.openxmlformats.org/drawingml/2006/main">
            <a:off x="419100" y="142875"/>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7500" lnSpcReduction="10000"/>
          </a:bodyPr>
          <a:lstStyle xmlns:a="http://schemas.openxmlformats.org/drawingml/2006/main"/>
          <a:p xmlns:a="http://schemas.openxmlformats.org/drawingml/2006/main">
            <a:pPr>
              <a:buNone/>
              <a:defRPr sz="1125" b="1">
                <a:solidFill>
                  <a:srgbClr val="68E2BE"/>
                </a:solidFill>
                <a:latin typeface="Helvetica Neue"/>
                <a:ea typeface="Helvetica Neue"/>
                <a:cs typeface="Helvetica Neue"/>
              </a:defRPr>
            </a:pPr>
            <a:r>
              <a:rPr sz="1125" b="1">
                <a:solidFill>
                  <a:srgbClr val="68E2BE"/>
                </a:solidFill>
                <a:latin typeface="Helvetica Neue"/>
                <a:ea typeface="Helvetica Neue"/>
                <a:cs typeface="Helvetica Neue"/>
              </a:rPr>
              <a:t>ALL THINGS AGENTIC HACKATHON</a:t>
            </a:r>
          </a:p>
        </p:txBody>
      </p:sp>
      <p:sp>
        <p:nvSpPr>
          <p:cNvPr id="4" name="track-label">
            <a:extLst xmlns:a="http://schemas.openxmlformats.org/drawingml/2006/main">
              <a:ext uri="{FF2B5EF4-FFF2-40B4-BE49-F238E27FC236}">
                <a16:creationId xmlns:a16="http://schemas.microsoft.com/office/drawing/2014/main" id="{CC51381B-3564-45B5-AD43-B65D2211280C}"/>
              </a:ext>
            </a:extLst>
          </p:cNvPr>
          <p:cNvSpPr>
            <a:spLocks xmlns:a="http://schemas.openxmlformats.org/drawingml/2006/main" noGrp="1"/>
          </p:cNvSpPr>
          <p:nvPr/>
        </p:nvSpPr>
        <p:spPr>
          <a:xfrm xmlns:a="http://schemas.openxmlformats.org/drawingml/2006/main">
            <a:off x="8858250" y="142875"/>
            <a:ext cx="2914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7500" lnSpcReduction="10000"/>
          </a:bodyPr>
          <a:lstStyle xmlns:a="http://schemas.openxmlformats.org/drawingml/2006/main"/>
          <a:p xmlns:a="http://schemas.openxmlformats.org/drawingml/2006/main">
            <a:pPr algn="r">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COLLABORATIVE PARTNER</a:t>
            </a:r>
          </a:p>
        </p:txBody>
      </p:sp>
      <p:sp>
        <p:nvSpPr>
          <p:cNvPr id="6" name="TextBox 5">
            <a:extLst xmlns:a="http://schemas.openxmlformats.org/drawingml/2006/main">
              <a:ext uri="{FF2B5EF4-FFF2-40B4-BE49-F238E27FC236}">
                <a16:creationId xmlns:a16="http://schemas.microsoft.com/office/drawing/2014/main" id="{E4849455-1EEE-EFEC-05A8-57987615544A}"/>
              </a:ext>
            </a:extLst>
          </p:cNvPr>
          <p:cNvSpPr>
            <a:spLocks xmlns:a="http://schemas.openxmlformats.org/drawingml/2006/main" noGrp="1"/>
          </p:cNvSpPr>
          <p:nvPr/>
        </p:nvSpPr>
        <p:spPr>
          <a:xfrm xmlns:a="http://schemas.openxmlformats.org/drawingml/2006/main">
            <a:off x="10198860" y="6438126"/>
            <a:ext cx="1516890" cy="276999"/>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200">
                <a:solidFill>
                  <a:schemeClr val="bg1"/>
                </a:solidFill>
              </a:rPr>
              <a:t>- Arun Kumar Mani</a:t>
            </a:r>
          </a:p>
        </p:txBody>
      </p:sp>
    </p:spTree>
    <p:extLst>
      <p:ext uri="{BB962C8B-B14F-4D97-AF65-F5344CB8AC3E}">
        <p14:creationId xmlns:p14="http://schemas.microsoft.com/office/powerpoint/2010/main" val="8303936"/>
      </p:ext>
    </p:extLst>
  </p:cSld>
</p:sld>
</file>

<file path=ppt/slides/slide2.xml><?xml version="1.0" encoding="utf-8"?>
<p:sld xmlns:p="http://schemas.openxmlformats.org/presentationml/2006/main">
  <p:cSld>
    <p:bg>
      <p:bgPr>
        <a:solidFill xmlns:a="http://schemas.openxmlformats.org/drawingml/2006/main">
          <a:schemeClr val="tx1"/>
        </a:solidFill>
      </p:bgPr>
    </p:bg>
    <p:spTree>
      <p:nvGrpSpPr>
        <p:cNvPr id="1" name=""/>
        <p:cNvGrpSpPr/>
        <p:nvPr/>
      </p:nvGrpSpPr>
      <p:grpSpPr>
        <a:xfrm xmlns:a="http://schemas.openxmlformats.org/drawingml/2006/main"/>
      </p:grpSpPr>
      <p:sp>
        <p:nvSpPr>
          <p:cNvPr id="17" name="eyebrow">
            <a:extLst xmlns:a="http://schemas.openxmlformats.org/drawingml/2006/main">
              <a:ext uri="{FF2B5EF4-FFF2-40B4-BE49-F238E27FC236}">
                <a16:creationId xmlns:a16="http://schemas.microsoft.com/office/drawing/2014/main" id="{79D28972-A4E3-4E53-B7A2-6F1BC275E315}"/>
              </a:ext>
            </a:extLst>
          </p:cNvPr>
          <p:cNvSpPr>
            <a:spLocks xmlns:a="http://schemas.openxmlformats.org/drawingml/2006/main" noGrp="1"/>
          </p:cNvSpPr>
          <p:nvPr/>
        </p:nvSpPr>
        <p:spPr>
          <a:xfrm xmlns:a="http://schemas.openxmlformats.org/drawingml/2006/main">
            <a:off x="609600" y="3429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buNone/>
              <a:defRPr sz="1200" b="1">
                <a:solidFill>
                  <a:srgbClr val="5D55E6"/>
                </a:solidFill>
                <a:latin typeface="Helvetica Neue"/>
                <a:ea typeface="Helvetica Neue"/>
                <a:cs typeface="Helvetica Neue"/>
              </a:defRPr>
            </a:pPr>
            <a:r>
              <a:rPr sz="1200" b="1">
                <a:solidFill>
                  <a:srgbClr val="00B0F0"/>
                </a:solidFill>
                <a:latin typeface="Helvetica Neue"/>
                <a:ea typeface="Helvetica Neue"/>
                <a:cs typeface="Helvetica Neue"/>
              </a:rPr>
              <a:t>THE FRICTION</a:t>
            </a:r>
          </a:p>
        </p:txBody>
      </p:sp>
      <p:sp>
        <p:nvSpPr>
          <p:cNvPr id="2" name="slide-title">
            <a:extLst xmlns:a="http://schemas.openxmlformats.org/drawingml/2006/main">
              <a:ext uri="{FF2B5EF4-FFF2-40B4-BE49-F238E27FC236}">
                <a16:creationId xmlns:a16="http://schemas.microsoft.com/office/drawing/2014/main" id="{100B7EAD-BAB9-474B-9463-4FB38666B548}"/>
              </a:ext>
            </a:extLst>
          </p:cNvPr>
          <p:cNvSpPr>
            <a:spLocks xmlns:a="http://schemas.openxmlformats.org/drawingml/2006/main" noGrp="1"/>
          </p:cNvSpPr>
          <p:nvPr/>
        </p:nvSpPr>
        <p:spPr>
          <a:xfrm xmlns:a="http://schemas.openxmlformats.org/drawingml/2006/main">
            <a:off x="609600" y="685800"/>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lnSpcReduction="10000"/>
          </a:bodyPr>
          <a:lstStyle xmlns:a="http://schemas.openxmlformats.org/drawingml/2006/main"/>
          <a:p xmlns:a="http://schemas.openxmlformats.org/drawingml/2006/main">
            <a:pPr>
              <a:buNone/>
              <a:defRPr sz="3225" b="1">
                <a:solidFill>
                  <a:srgbClr val="10142A"/>
                </a:solidFill>
                <a:latin typeface="Helvetica Neue"/>
                <a:ea typeface="Helvetica Neue"/>
                <a:cs typeface="Helvetica Neue"/>
              </a:defRPr>
            </a:pPr>
            <a:r>
              <a:rPr sz="3225">
                <a:solidFill>
                  <a:schemeClr val="bg1"/>
                </a:solidFill>
                <a:latin typeface="Helvetica Neue"/>
                <a:ea typeface="Helvetica Neue"/>
                <a:cs typeface="Helvetica Neue"/>
              </a:rPr>
              <a:t>Most voice AI agents are designed for one-to-one conversations</a:t>
            </a:r>
            <a:endParaRPr sz="3225" b="1">
              <a:solidFill>
                <a:schemeClr val="bg1"/>
              </a:solidFill>
              <a:latin typeface="Helvetica Neue"/>
              <a:ea typeface="Helvetica Neue"/>
              <a:cs typeface="Helvetica Neue"/>
            </a:endParaRPr>
          </a:p>
        </p:txBody>
      </p:sp>
      <p:sp>
        <p:nvSpPr>
          <p:cNvPr id="3" name="problem-big">
            <a:extLst xmlns:a="http://schemas.openxmlformats.org/drawingml/2006/main">
              <a:ext uri="{FF2B5EF4-FFF2-40B4-BE49-F238E27FC236}">
                <a16:creationId xmlns:a16="http://schemas.microsoft.com/office/drawing/2014/main" id="{D9219D69-683A-4BAF-B1F1-8978BED86026}"/>
              </a:ext>
            </a:extLst>
          </p:cNvPr>
          <p:cNvSpPr>
            <a:spLocks xmlns:a="http://schemas.openxmlformats.org/drawingml/2006/main" noGrp="1"/>
          </p:cNvSpPr>
          <p:nvPr/>
        </p:nvSpPr>
        <p:spPr>
          <a:xfrm xmlns:a="http://schemas.openxmlformats.org/drawingml/2006/main">
            <a:off x="609600" y="1943100"/>
            <a:ext cx="462915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500"/>
          </a:bodyPr>
          <a:lstStyle xmlns:a="http://schemas.openxmlformats.org/drawingml/2006/main"/>
          <a:p xmlns:a="http://schemas.openxmlformats.org/drawingml/2006/main">
            <a:pPr>
              <a:buNone/>
              <a:defRPr sz="3600" b="1">
                <a:solidFill>
                  <a:srgbClr val="070B28"/>
                </a:solidFill>
                <a:latin typeface="Helvetica Neue"/>
                <a:ea typeface="Helvetica Neue"/>
                <a:cs typeface="Helvetica Neue"/>
              </a:defRPr>
            </a:pPr>
            <a:r>
              <a:rPr sz="3600">
                <a:solidFill>
                  <a:schemeClr val="bg1"/>
                </a:solidFill>
                <a:latin typeface="Helvetica Neue"/>
                <a:ea typeface="Helvetica Neue"/>
                <a:cs typeface="Helvetica Neue"/>
              </a:rPr>
              <a:t>Meetings often need structure, guidance, moderation, teaching, or evaluation.</a:t>
            </a:r>
            <a:endParaRPr sz="3600" b="1">
              <a:solidFill>
                <a:schemeClr val="bg1"/>
              </a:solidFill>
              <a:latin typeface="Helvetica Neue"/>
              <a:ea typeface="Helvetica Neue"/>
              <a:cs typeface="Helvetica Neue"/>
            </a:endParaRPr>
          </a:p>
        </p:txBody>
      </p:sp>
      <p:sp>
        <p:nvSpPr>
          <p:cNvPr id="4" name="problem-divider">
            <a:extLst xmlns:a="http://schemas.openxmlformats.org/drawingml/2006/main">
              <a:ext uri="{FF2B5EF4-FFF2-40B4-BE49-F238E27FC236}">
                <a16:creationId xmlns:a16="http://schemas.microsoft.com/office/drawing/2014/main" id="{C0BF8F71-D817-45D9-8CF3-BE6169BC3935}"/>
              </a:ext>
            </a:extLst>
          </p:cNvPr>
          <p:cNvSpPr>
            <a:spLocks xmlns:a="http://schemas.openxmlformats.org/drawingml/2006/main" noGrp="1"/>
          </p:cNvSpPr>
          <p:nvPr/>
        </p:nvSpPr>
        <p:spPr>
          <a:xfrm xmlns:a="http://schemas.openxmlformats.org/drawingml/2006/main">
            <a:off x="5819775" y="1885950"/>
            <a:ext cx="0" cy="3657600"/>
          </a:xfrm>
          <a:prstGeom xmlns:a="http://schemas.openxmlformats.org/drawingml/2006/main" prst="line">
            <a:avLst/>
          </a:prstGeom>
          <a:noFill xmlns:a="http://schemas.openxmlformats.org/drawingml/2006/main"/>
          <a:ln xmlns:a="http://schemas.openxmlformats.org/drawingml/2006/main" w="19050">
            <a:solidFill>
              <a:srgbClr val="D6DAE5"/>
            </a:solidFill>
            <a:prstDash val="solid"/>
          </a:ln>
        </p:spPr>
        <p:txBody>
          <a:bodyPr xmlns:a="http://schemas.openxmlformats.org/drawingml/2006/main"/>
          <a:lstStyle xmlns:a="http://schemas.openxmlformats.org/drawingml/2006/main"/>
          <a:p xmlns:a="http://schemas.openxmlformats.org/drawingml/2006/main">
            <a:endParaRPr>
              <a:solidFill>
                <a:schemeClr val="bg1"/>
              </a:solidFill>
            </a:endParaRPr>
          </a:p>
        </p:txBody>
      </p:sp>
      <p:sp>
        <p:nvSpPr>
          <p:cNvPr id="5" name="problem-dot-0">
            <a:extLst xmlns:a="http://schemas.openxmlformats.org/drawingml/2006/main">
              <a:ext uri="{FF2B5EF4-FFF2-40B4-BE49-F238E27FC236}">
                <a16:creationId xmlns:a16="http://schemas.microsoft.com/office/drawing/2014/main" id="{8395DC86-EF31-481E-A016-3FBB8BEE017B}"/>
              </a:ext>
            </a:extLst>
          </p:cNvPr>
          <p:cNvSpPr>
            <a:spLocks xmlns:a="http://schemas.openxmlformats.org/drawingml/2006/main" noGrp="1"/>
          </p:cNvSpPr>
          <p:nvPr/>
        </p:nvSpPr>
        <p:spPr>
          <a:xfrm xmlns:a="http://schemas.openxmlformats.org/drawingml/2006/main">
            <a:off x="6334125" y="2038350"/>
            <a:ext cx="171450" cy="171450"/>
          </a:xfrm>
          <a:prstGeom xmlns:a="http://schemas.openxmlformats.org/drawingml/2006/main" prst="ellipse">
            <a:avLst/>
          </a:prstGeom>
          <a:solidFill xmlns:a="http://schemas.openxmlformats.org/drawingml/2006/main">
            <a:srgbClr val="FF857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solidFill>
                <a:schemeClr val="bg1"/>
              </a:solidFill>
            </a:endParaRPr>
          </a:p>
        </p:txBody>
      </p:sp>
      <p:sp>
        <p:nvSpPr>
          <p:cNvPr id="6" name="problem-head-0">
            <a:extLst xmlns:a="http://schemas.openxmlformats.org/drawingml/2006/main">
              <a:ext uri="{FF2B5EF4-FFF2-40B4-BE49-F238E27FC236}">
                <a16:creationId xmlns:a16="http://schemas.microsoft.com/office/drawing/2014/main" id="{4DA14F84-7963-4794-B390-42DC4C789738}"/>
              </a:ext>
            </a:extLst>
          </p:cNvPr>
          <p:cNvSpPr>
            <a:spLocks xmlns:a="http://schemas.openxmlformats.org/drawingml/2006/main" noGrp="1"/>
          </p:cNvSpPr>
          <p:nvPr/>
        </p:nvSpPr>
        <p:spPr>
          <a:xfrm xmlns:a="http://schemas.openxmlformats.org/drawingml/2006/main">
            <a:off x="6705600" y="198120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222" lnSpcReduction="20000"/>
          </a:bodyPr>
          <a:lstStyle xmlns:a="http://schemas.openxmlformats.org/drawingml/2006/main"/>
          <a:p xmlns:a="http://schemas.openxmlformats.org/drawingml/2006/main">
            <a:pPr>
              <a:buNone/>
              <a:defRPr sz="1800" b="1">
                <a:solidFill>
                  <a:srgbClr val="10142A"/>
                </a:solidFill>
                <a:latin typeface="Helvetica Neue"/>
                <a:ea typeface="Helvetica Neue"/>
                <a:cs typeface="Helvetica Neue"/>
              </a:defRPr>
            </a:pPr>
            <a:r>
              <a:rPr sz="1800" b="1">
                <a:solidFill>
                  <a:schemeClr val="bg1"/>
                </a:solidFill>
                <a:latin typeface="Helvetica Neue"/>
                <a:ea typeface="Helvetica Neue"/>
                <a:cs typeface="Helvetica Neue"/>
              </a:rPr>
              <a:t>Human lead meetings deviate</a:t>
            </a:r>
            <a:endParaRPr sz="1800" b="1">
              <a:solidFill>
                <a:schemeClr val="bg1"/>
              </a:solidFill>
              <a:latin typeface="Helvetica Neue"/>
              <a:ea typeface="Helvetica Neue"/>
              <a:cs typeface="Helvetica Neue"/>
            </a:endParaRPr>
          </a:p>
        </p:txBody>
      </p:sp>
      <p:sp>
        <p:nvSpPr>
          <p:cNvPr id="7" name="problem-body-0">
            <a:extLst xmlns:a="http://schemas.openxmlformats.org/drawingml/2006/main">
              <a:ext uri="{FF2B5EF4-FFF2-40B4-BE49-F238E27FC236}">
                <a16:creationId xmlns:a16="http://schemas.microsoft.com/office/drawing/2014/main" id="{D1AF9DC6-523B-4375-8002-F48564C48E9E}"/>
              </a:ext>
            </a:extLst>
          </p:cNvPr>
          <p:cNvSpPr>
            <a:spLocks xmlns:a="http://schemas.openxmlformats.org/drawingml/2006/main" noGrp="1"/>
          </p:cNvSpPr>
          <p:nvPr/>
        </p:nvSpPr>
        <p:spPr>
          <a:xfrm xmlns:a="http://schemas.openxmlformats.org/drawingml/2006/main">
            <a:off x="6705600" y="238125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buNone/>
              <a:defRPr sz="1350">
                <a:solidFill>
                  <a:srgbClr val="5F667A"/>
                </a:solidFill>
                <a:latin typeface="Helvetica Neue"/>
                <a:ea typeface="Helvetica Neue"/>
                <a:cs typeface="Helvetica Neue"/>
              </a:defRPr>
            </a:pPr>
            <a:r>
              <a:rPr sz="1350">
                <a:solidFill>
                  <a:schemeClr val="bg1"/>
                </a:solidFill>
                <a:latin typeface="Helvetica Neue"/>
                <a:ea typeface="Helvetica Neue"/>
                <a:cs typeface="Helvetica Neue"/>
              </a:rPr>
              <a:t>Most human lead meetings either miss the direction or take too long to achieve the goal</a:t>
            </a:r>
            <a:endParaRPr sz="1350">
              <a:solidFill>
                <a:schemeClr val="bg1"/>
              </a:solidFill>
              <a:latin typeface="Helvetica Neue"/>
              <a:ea typeface="Helvetica Neue"/>
              <a:cs typeface="Helvetica Neue"/>
            </a:endParaRPr>
          </a:p>
        </p:txBody>
      </p:sp>
      <p:sp>
        <p:nvSpPr>
          <p:cNvPr id="8" name="problem-dot-1">
            <a:extLst xmlns:a="http://schemas.openxmlformats.org/drawingml/2006/main">
              <a:ext uri="{FF2B5EF4-FFF2-40B4-BE49-F238E27FC236}">
                <a16:creationId xmlns:a16="http://schemas.microsoft.com/office/drawing/2014/main" id="{20AA35AC-DDCE-4084-9416-06CE3523FDC0}"/>
              </a:ext>
            </a:extLst>
          </p:cNvPr>
          <p:cNvSpPr>
            <a:spLocks xmlns:a="http://schemas.openxmlformats.org/drawingml/2006/main" noGrp="1"/>
          </p:cNvSpPr>
          <p:nvPr/>
        </p:nvSpPr>
        <p:spPr>
          <a:xfrm xmlns:a="http://schemas.openxmlformats.org/drawingml/2006/main">
            <a:off x="6334125" y="3295650"/>
            <a:ext cx="171450" cy="171450"/>
          </a:xfrm>
          <a:prstGeom xmlns:a="http://schemas.openxmlformats.org/drawingml/2006/main" prst="ellipse">
            <a:avLst/>
          </a:prstGeom>
          <a:solidFill xmlns:a="http://schemas.openxmlformats.org/drawingml/2006/main">
            <a:srgbClr val="5D55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solidFill>
                <a:schemeClr val="bg1"/>
              </a:solidFill>
            </a:endParaRPr>
          </a:p>
        </p:txBody>
      </p:sp>
      <p:sp>
        <p:nvSpPr>
          <p:cNvPr id="9" name="problem-head-1">
            <a:extLst xmlns:a="http://schemas.openxmlformats.org/drawingml/2006/main">
              <a:ext uri="{FF2B5EF4-FFF2-40B4-BE49-F238E27FC236}">
                <a16:creationId xmlns:a16="http://schemas.microsoft.com/office/drawing/2014/main" id="{127BDFE2-0E8B-457A-9F92-6591C8C7C29F}"/>
              </a:ext>
            </a:extLst>
          </p:cNvPr>
          <p:cNvSpPr>
            <a:spLocks xmlns:a="http://schemas.openxmlformats.org/drawingml/2006/main" noGrp="1"/>
          </p:cNvSpPr>
          <p:nvPr/>
        </p:nvSpPr>
        <p:spPr>
          <a:xfrm xmlns:a="http://schemas.openxmlformats.org/drawingml/2006/main">
            <a:off x="6705600" y="323850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222" lnSpcReduction="20000"/>
          </a:bodyPr>
          <a:lstStyle xmlns:a="http://schemas.openxmlformats.org/drawingml/2006/main"/>
          <a:p xmlns:a="http://schemas.openxmlformats.org/drawingml/2006/main">
            <a:pPr>
              <a:buNone/>
              <a:defRPr sz="1800" b="1">
                <a:solidFill>
                  <a:srgbClr val="10142A"/>
                </a:solidFill>
                <a:latin typeface="Helvetica Neue"/>
                <a:ea typeface="Helvetica Neue"/>
                <a:cs typeface="Helvetica Neue"/>
              </a:defRPr>
            </a:pPr>
            <a:r>
              <a:rPr sz="1800" b="1">
                <a:solidFill>
                  <a:schemeClr val="bg1"/>
                </a:solidFill>
                <a:latin typeface="Helvetica Neue"/>
                <a:ea typeface="Helvetica Neue"/>
                <a:cs typeface="Helvetica Neue"/>
              </a:rPr>
              <a:t>Scattered context</a:t>
            </a:r>
          </a:p>
        </p:txBody>
      </p:sp>
      <p:sp>
        <p:nvSpPr>
          <p:cNvPr id="10" name="problem-body-1">
            <a:extLst xmlns:a="http://schemas.openxmlformats.org/drawingml/2006/main">
              <a:ext uri="{FF2B5EF4-FFF2-40B4-BE49-F238E27FC236}">
                <a16:creationId xmlns:a16="http://schemas.microsoft.com/office/drawing/2014/main" id="{BD903A04-08C3-47E8-B8E6-5433E46953AE}"/>
              </a:ext>
            </a:extLst>
          </p:cNvPr>
          <p:cNvSpPr>
            <a:spLocks xmlns:a="http://schemas.openxmlformats.org/drawingml/2006/main" noGrp="1"/>
          </p:cNvSpPr>
          <p:nvPr/>
        </p:nvSpPr>
        <p:spPr>
          <a:xfrm xmlns:a="http://schemas.openxmlformats.org/drawingml/2006/main">
            <a:off x="6705600" y="363855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buNone/>
              <a:defRPr sz="1350">
                <a:solidFill>
                  <a:srgbClr val="5F667A"/>
                </a:solidFill>
                <a:latin typeface="Helvetica Neue"/>
                <a:ea typeface="Helvetica Neue"/>
                <a:cs typeface="Helvetica Neue"/>
              </a:defRPr>
            </a:pPr>
            <a:r>
              <a:rPr sz="1350">
                <a:solidFill>
                  <a:schemeClr val="bg1"/>
                </a:solidFill>
                <a:latin typeface="Helvetica Neue"/>
                <a:ea typeface="Helvetica Neue"/>
                <a:cs typeface="Helvetica Neue"/>
              </a:rPr>
              <a:t>Owners, blockers, and decisions fade between recurring meetings.</a:t>
            </a:r>
          </a:p>
        </p:txBody>
      </p:sp>
      <p:sp>
        <p:nvSpPr>
          <p:cNvPr id="11" name="problem-dot-2">
            <a:extLst xmlns:a="http://schemas.openxmlformats.org/drawingml/2006/main">
              <a:ext uri="{FF2B5EF4-FFF2-40B4-BE49-F238E27FC236}">
                <a16:creationId xmlns:a16="http://schemas.microsoft.com/office/drawing/2014/main" id="{A5608AED-0248-4C23-82E3-71BBD0BE428C}"/>
              </a:ext>
            </a:extLst>
          </p:cNvPr>
          <p:cNvSpPr>
            <a:spLocks xmlns:a="http://schemas.openxmlformats.org/drawingml/2006/main" noGrp="1"/>
          </p:cNvSpPr>
          <p:nvPr/>
        </p:nvSpPr>
        <p:spPr>
          <a:xfrm xmlns:a="http://schemas.openxmlformats.org/drawingml/2006/main">
            <a:off x="6334125" y="4552950"/>
            <a:ext cx="171450" cy="171450"/>
          </a:xfrm>
          <a:prstGeom xmlns:a="http://schemas.openxmlformats.org/drawingml/2006/main" prst="ellipse">
            <a:avLst/>
          </a:prstGeom>
          <a:solidFill xmlns:a="http://schemas.openxmlformats.org/drawingml/2006/main">
            <a:srgbClr val="68E2B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solidFill>
                <a:schemeClr val="bg1"/>
              </a:solidFill>
            </a:endParaRPr>
          </a:p>
        </p:txBody>
      </p:sp>
      <p:sp>
        <p:nvSpPr>
          <p:cNvPr id="12" name="problem-head-2">
            <a:extLst xmlns:a="http://schemas.openxmlformats.org/drawingml/2006/main">
              <a:ext uri="{FF2B5EF4-FFF2-40B4-BE49-F238E27FC236}">
                <a16:creationId xmlns:a16="http://schemas.microsoft.com/office/drawing/2014/main" id="{63F890E8-D11D-49F0-80BC-962BF0F2E954}"/>
              </a:ext>
            </a:extLst>
          </p:cNvPr>
          <p:cNvSpPr>
            <a:spLocks xmlns:a="http://schemas.openxmlformats.org/drawingml/2006/main" noGrp="1"/>
          </p:cNvSpPr>
          <p:nvPr/>
        </p:nvSpPr>
        <p:spPr>
          <a:xfrm xmlns:a="http://schemas.openxmlformats.org/drawingml/2006/main">
            <a:off x="6705600" y="449580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222" lnSpcReduction="20000"/>
          </a:bodyPr>
          <a:lstStyle xmlns:a="http://schemas.openxmlformats.org/drawingml/2006/main"/>
          <a:p xmlns:a="http://schemas.openxmlformats.org/drawingml/2006/main">
            <a:pPr>
              <a:buNone/>
              <a:defRPr sz="1800" b="1">
                <a:solidFill>
                  <a:srgbClr val="10142A"/>
                </a:solidFill>
                <a:latin typeface="Helvetica Neue"/>
                <a:ea typeface="Helvetica Neue"/>
                <a:cs typeface="Helvetica Neue"/>
              </a:defRPr>
            </a:pPr>
            <a:r>
              <a:rPr sz="1800" b="1">
                <a:solidFill>
                  <a:schemeClr val="bg1"/>
                </a:solidFill>
                <a:latin typeface="Helvetica Neue"/>
                <a:ea typeface="Helvetica Neue"/>
                <a:cs typeface="Helvetica Neue"/>
              </a:rPr>
              <a:t>Manual follow-through</a:t>
            </a:r>
          </a:p>
        </p:txBody>
      </p:sp>
      <p:sp>
        <p:nvSpPr>
          <p:cNvPr id="13" name="problem-body-2">
            <a:extLst xmlns:a="http://schemas.openxmlformats.org/drawingml/2006/main">
              <a:ext uri="{FF2B5EF4-FFF2-40B4-BE49-F238E27FC236}">
                <a16:creationId xmlns:a16="http://schemas.microsoft.com/office/drawing/2014/main" id="{94E4C38C-C58D-4C36-8A14-531FE6BD76E7}"/>
              </a:ext>
            </a:extLst>
          </p:cNvPr>
          <p:cNvSpPr>
            <a:spLocks xmlns:a="http://schemas.openxmlformats.org/drawingml/2006/main" noGrp="1"/>
          </p:cNvSpPr>
          <p:nvPr/>
        </p:nvSpPr>
        <p:spPr>
          <a:xfrm xmlns:a="http://schemas.openxmlformats.org/drawingml/2006/main">
            <a:off x="6705600" y="489585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buNone/>
              <a:defRPr sz="1350">
                <a:solidFill>
                  <a:srgbClr val="5F667A"/>
                </a:solidFill>
                <a:latin typeface="Helvetica Neue"/>
                <a:ea typeface="Helvetica Neue"/>
                <a:cs typeface="Helvetica Neue"/>
              </a:defRPr>
            </a:pPr>
            <a:r>
              <a:rPr sz="1350">
                <a:solidFill>
                  <a:schemeClr val="bg1"/>
                </a:solidFill>
                <a:latin typeface="Helvetica Neue"/>
                <a:ea typeface="Helvetica Neue"/>
                <a:cs typeface="Helvetica Neue"/>
              </a:rPr>
              <a:t>Someone must run the room, take notes, and chase the next action.</a:t>
            </a:r>
          </a:p>
        </p:txBody>
      </p:sp>
      <p:sp>
        <p:nvSpPr>
          <p:cNvPr id="14" name="footer-rule-2">
            <a:extLst xmlns:a="http://schemas.openxmlformats.org/drawingml/2006/main">
              <a:ext uri="{FF2B5EF4-FFF2-40B4-BE49-F238E27FC236}">
                <a16:creationId xmlns:a16="http://schemas.microsoft.com/office/drawing/2014/main" id="{52FC31A8-859E-422A-B065-6032CFF6366D}"/>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6DAE5"/>
            </a:solidFill>
            <a:prstDash val="solid"/>
          </a:ln>
        </p:spPr>
        <p:txBody>
          <a:bodyPr xmlns:a="http://schemas.openxmlformats.org/drawingml/2006/main"/>
          <a:lstStyle xmlns:a="http://schemas.openxmlformats.org/drawingml/2006/main"/>
          <a:p xmlns:a="http://schemas.openxmlformats.org/drawingml/2006/main">
            <a:endParaRPr>
              <a:solidFill>
                <a:schemeClr val="bg1"/>
              </a:solidFill>
            </a:endParaRPr>
          </a:p>
        </p:txBody>
      </p:sp>
      <p:sp>
        <p:nvSpPr>
          <p:cNvPr id="15" name="footer-brand-2">
            <a:extLst xmlns:a="http://schemas.openxmlformats.org/drawingml/2006/main">
              <a:ext uri="{FF2B5EF4-FFF2-40B4-BE49-F238E27FC236}">
                <a16:creationId xmlns:a16="http://schemas.microsoft.com/office/drawing/2014/main" id="{8A41ED95-1110-4011-ABAC-F82831A7646C}"/>
              </a:ext>
            </a:extLst>
          </p:cNvPr>
          <p:cNvSpPr>
            <a:spLocks xmlns:a="http://schemas.openxmlformats.org/drawingml/2006/main" noGrp="1"/>
          </p:cNvSpPr>
          <p:nvPr/>
        </p:nvSpPr>
        <p:spPr>
          <a:xfrm xmlns:a="http://schemas.openxmlformats.org/drawingml/2006/main">
            <a:off x="609600" y="64865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987" lnSpcReduction="10000"/>
          </a:bodyPr>
          <a:lstStyle xmlns:a="http://schemas.openxmlformats.org/drawingml/2006/main"/>
          <a:p xmlns:a="http://schemas.openxmlformats.org/drawingml/2006/main">
            <a:pPr>
              <a:buNone/>
              <a:defRPr sz="975" b="1">
                <a:solidFill>
                  <a:srgbClr val="5F667A"/>
                </a:solidFill>
                <a:latin typeface="Helvetica Neue"/>
                <a:ea typeface="Helvetica Neue"/>
                <a:cs typeface="Helvetica Neue"/>
              </a:defRPr>
            </a:pPr>
            <a:r>
              <a:rPr sz="975" b="1">
                <a:solidFill>
                  <a:schemeClr val="bg1"/>
                </a:solidFill>
                <a:latin typeface="Helvetica Neue"/>
                <a:ea typeface="Helvetica Neue"/>
                <a:cs typeface="Helvetica Neue"/>
              </a:rPr>
              <a:t>RoleCallAI</a:t>
            </a:r>
          </a:p>
        </p:txBody>
      </p:sp>
      <p:sp>
        <p:nvSpPr>
          <p:cNvPr id="16" name="footer-number-2">
            <a:extLst xmlns:a="http://schemas.openxmlformats.org/drawingml/2006/main">
              <a:ext uri="{FF2B5EF4-FFF2-40B4-BE49-F238E27FC236}">
                <a16:creationId xmlns:a16="http://schemas.microsoft.com/office/drawing/2014/main" id="{7925C794-43CB-4027-9357-FC3C57B5919E}"/>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987" lnSpcReduction="10000"/>
          </a:bodyPr>
          <a:lstStyle xmlns:a="http://schemas.openxmlformats.org/drawingml/2006/main"/>
          <a:p xmlns:a="http://schemas.openxmlformats.org/drawingml/2006/main">
            <a:pPr algn="r">
              <a:buNone/>
              <a:defRPr sz="975" b="1">
                <a:solidFill>
                  <a:srgbClr val="5F667A"/>
                </a:solidFill>
                <a:latin typeface="Helvetica Neue"/>
                <a:ea typeface="Helvetica Neue"/>
                <a:cs typeface="Helvetica Neue"/>
              </a:defRPr>
            </a:pPr>
            <a:r>
              <a:rPr sz="975" b="1">
                <a:solidFill>
                  <a:schemeClr val="bg1"/>
                </a:solidFill>
                <a:latin typeface="Helvetica Neue"/>
                <a:ea typeface="Helvetica Neue"/>
                <a:cs typeface="Helvetica Neue"/>
              </a:rPr>
              <a:t>02</a:t>
            </a:r>
          </a:p>
        </p:txBody>
      </p:sp>
    </p:spTree>
    <p:extLst>
      <p:ext uri="{BB962C8B-B14F-4D97-AF65-F5344CB8AC3E}">
        <p14:creationId xmlns:p14="http://schemas.microsoft.com/office/powerpoint/2010/main" val="756628675"/>
      </p:ext>
    </p:extLst>
  </p:cSld>
</p:sld>
</file>

<file path=ppt/slides/slide3.xml><?xml version="1.0" encoding="utf-8"?>
<p:sld xmlns:p="http://schemas.openxmlformats.org/presentationml/2006/main">
  <p:cSld>
    <p:bg>
      <p:bgPr>
        <a:solidFill xmlns:a="http://schemas.openxmlformats.org/drawingml/2006/main">
          <a:srgbClr val="070B28"/>
        </a:solidFill>
      </p:bgPr>
    </p:bg>
    <p:spTree>
      <p:nvGrpSpPr>
        <p:cNvPr id="1" name=""/>
        <p:cNvGrpSpPr/>
        <p:nvPr/>
      </p:nvGrpSpPr>
      <p:grpSpPr>
        <a:xfrm xmlns:a="http://schemas.openxmlformats.org/drawingml/2006/main"/>
      </p:grpSpPr>
      <p:sp>
        <p:nvSpPr>
          <p:cNvPr id="19" name="eyebrow">
            <a:extLst xmlns:a="http://schemas.openxmlformats.org/drawingml/2006/main">
              <a:ext uri="{FF2B5EF4-FFF2-40B4-BE49-F238E27FC236}">
                <a16:creationId xmlns:a16="http://schemas.microsoft.com/office/drawing/2014/main" id="{F4F45A70-CE12-44F1-A2FD-4045F0D7DF02}"/>
              </a:ext>
            </a:extLst>
          </p:cNvPr>
          <p:cNvSpPr>
            <a:spLocks xmlns:a="http://schemas.openxmlformats.org/drawingml/2006/main" noGrp="1"/>
          </p:cNvSpPr>
          <p:nvPr/>
        </p:nvSpPr>
        <p:spPr>
          <a:xfrm xmlns:a="http://schemas.openxmlformats.org/drawingml/2006/main">
            <a:off x="609600" y="342900"/>
            <a:ext cx="2279904"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buNone/>
              <a:defRPr sz="1200" b="1">
                <a:solidFill>
                  <a:srgbClr val="68E2BE"/>
                </a:solidFill>
                <a:latin typeface="Helvetica Neue"/>
                <a:ea typeface="Helvetica Neue"/>
                <a:cs typeface="Helvetica Neue"/>
              </a:defRPr>
            </a:pPr>
            <a:r>
              <a:rPr sz="3200" b="1">
                <a:solidFill>
                  <a:srgbClr val="68E2BE"/>
                </a:solidFill>
                <a:latin typeface="Helvetica Neue"/>
                <a:ea typeface="Helvetica Neue"/>
                <a:cs typeface="Helvetica Neue"/>
              </a:rPr>
              <a:t>RoleCallAI</a:t>
            </a:r>
            <a:endParaRPr sz="2000" b="1">
              <a:solidFill>
                <a:srgbClr val="68E2BE"/>
              </a:solidFill>
              <a:latin typeface="Helvetica Neue"/>
              <a:ea typeface="Helvetica Neue"/>
              <a:cs typeface="Helvetica Neue"/>
            </a:endParaRPr>
          </a:p>
        </p:txBody>
      </p:sp>
      <p:sp>
        <p:nvSpPr>
          <p:cNvPr id="4" name="timeline-node-0">
            <a:extLst xmlns:a="http://schemas.openxmlformats.org/drawingml/2006/main">
              <a:ext uri="{FF2B5EF4-FFF2-40B4-BE49-F238E27FC236}">
                <a16:creationId xmlns:a16="http://schemas.microsoft.com/office/drawing/2014/main" id="{FCC39D9A-081E-4EB6-B7C2-EAEE4AFDC0D6}"/>
              </a:ext>
            </a:extLst>
          </p:cNvPr>
          <p:cNvSpPr>
            <a:spLocks xmlns:a="http://schemas.openxmlformats.org/drawingml/2006/main" noGrp="1"/>
          </p:cNvSpPr>
          <p:nvPr/>
        </p:nvSpPr>
        <p:spPr>
          <a:xfrm xmlns:a="http://schemas.openxmlformats.org/drawingml/2006/main">
            <a:off x="742950" y="1512093"/>
            <a:ext cx="266700" cy="266700"/>
          </a:xfrm>
          <a:prstGeom xmlns:a="http://schemas.openxmlformats.org/drawingml/2006/main" prst="ellipse">
            <a:avLst/>
          </a:prstGeom>
          <a:solidFill xmlns:a="http://schemas.openxmlformats.org/drawingml/2006/main">
            <a:srgbClr val="68E2B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timeline-head-0">
            <a:extLst xmlns:a="http://schemas.openxmlformats.org/drawingml/2006/main">
              <a:ext uri="{FF2B5EF4-FFF2-40B4-BE49-F238E27FC236}">
                <a16:creationId xmlns:a16="http://schemas.microsoft.com/office/drawing/2014/main" id="{7BED4384-5E14-4A6D-BC64-803B4622DB9E}"/>
              </a:ext>
            </a:extLst>
          </p:cNvPr>
          <p:cNvSpPr>
            <a:spLocks xmlns:a="http://schemas.openxmlformats.org/drawingml/2006/main" noGrp="1"/>
          </p:cNvSpPr>
          <p:nvPr/>
        </p:nvSpPr>
        <p:spPr>
          <a:xfrm xmlns:a="http://schemas.openxmlformats.org/drawingml/2006/main">
            <a:off x="1224153" y="1488812"/>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buNone/>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Focused</a:t>
            </a:r>
            <a:endParaRPr sz="2325" b="1">
              <a:solidFill>
                <a:srgbClr val="FFFFFF"/>
              </a:solidFill>
              <a:latin typeface="Helvetica Neue"/>
              <a:ea typeface="Helvetica Neue"/>
              <a:cs typeface="Helvetica Neue"/>
            </a:endParaRPr>
          </a:p>
        </p:txBody>
      </p:sp>
      <p:sp>
        <p:nvSpPr>
          <p:cNvPr id="7" name="timeline-body-0">
            <a:extLst xmlns:a="http://schemas.openxmlformats.org/drawingml/2006/main">
              <a:ext uri="{FF2B5EF4-FFF2-40B4-BE49-F238E27FC236}">
                <a16:creationId xmlns:a16="http://schemas.microsoft.com/office/drawing/2014/main" id="{E5A2602B-A1BD-4419-821A-8993097CB333}"/>
              </a:ext>
            </a:extLst>
          </p:cNvPr>
          <p:cNvSpPr>
            <a:spLocks xmlns:a="http://schemas.openxmlformats.org/drawingml/2006/main" noGrp="1"/>
          </p:cNvSpPr>
          <p:nvPr/>
        </p:nvSpPr>
        <p:spPr>
          <a:xfrm xmlns:a="http://schemas.openxmlformats.org/drawingml/2006/main">
            <a:off x="3647820" y="1366837"/>
            <a:ext cx="3143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buNone/>
              <a:defRPr sz="1425">
                <a:solidFill>
                  <a:srgbClr val="C8CEE9"/>
                </a:solidFill>
                <a:latin typeface="Helvetica Neue"/>
                <a:ea typeface="Helvetica Neue"/>
                <a:cs typeface="Helvetica Neue"/>
              </a:defRPr>
            </a:pPr>
            <a:r>
              <a:rPr sz="1425">
                <a:solidFill>
                  <a:srgbClr val="C8CEE9"/>
                </a:solidFill>
                <a:latin typeface="Helvetica Neue"/>
                <a:ea typeface="Helvetica Neue"/>
                <a:cs typeface="Helvetica Neue"/>
              </a:rPr>
              <a:t>The AI listens to the discussion, identifies relevant participants, responds in context, asks useful follow-up questions, and helps keep the meeting focused.</a:t>
            </a:r>
            <a:endParaRPr sz="1425">
              <a:solidFill>
                <a:srgbClr val="C8CEE9"/>
              </a:solidFill>
              <a:latin typeface="Helvetica Neue"/>
              <a:ea typeface="Helvetica Neue"/>
              <a:cs typeface="Helvetica Neue"/>
            </a:endParaRPr>
          </a:p>
        </p:txBody>
      </p:sp>
      <p:sp>
        <p:nvSpPr>
          <p:cNvPr id="8" name="timeline-node-1">
            <a:extLst xmlns:a="http://schemas.openxmlformats.org/drawingml/2006/main">
              <a:ext uri="{FF2B5EF4-FFF2-40B4-BE49-F238E27FC236}">
                <a16:creationId xmlns:a16="http://schemas.microsoft.com/office/drawing/2014/main" id="{A1FBC2C8-3D5A-4297-8A8A-DCF2E4333C2E}"/>
              </a:ext>
            </a:extLst>
          </p:cNvPr>
          <p:cNvSpPr>
            <a:spLocks xmlns:a="http://schemas.openxmlformats.org/drawingml/2006/main" noGrp="1"/>
          </p:cNvSpPr>
          <p:nvPr/>
        </p:nvSpPr>
        <p:spPr>
          <a:xfrm xmlns:a="http://schemas.openxmlformats.org/drawingml/2006/main">
            <a:off x="742950" y="3469481"/>
            <a:ext cx="266700" cy="266700"/>
          </a:xfrm>
          <a:prstGeom xmlns:a="http://schemas.openxmlformats.org/drawingml/2006/main" prst="ellipse">
            <a:avLst/>
          </a:prstGeom>
          <a:solidFill xmlns:a="http://schemas.openxmlformats.org/drawingml/2006/main">
            <a:srgbClr val="8A7C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0" name="timeline-head-1">
            <a:extLst xmlns:a="http://schemas.openxmlformats.org/drawingml/2006/main">
              <a:ext uri="{FF2B5EF4-FFF2-40B4-BE49-F238E27FC236}">
                <a16:creationId xmlns:a16="http://schemas.microsoft.com/office/drawing/2014/main" id="{DEBC31CE-2ACD-4B26-9F7D-964F64B0122D}"/>
              </a:ext>
            </a:extLst>
          </p:cNvPr>
          <p:cNvSpPr>
            <a:spLocks xmlns:a="http://schemas.openxmlformats.org/drawingml/2006/main" noGrp="1"/>
          </p:cNvSpPr>
          <p:nvPr/>
        </p:nvSpPr>
        <p:spPr>
          <a:xfrm xmlns:a="http://schemas.openxmlformats.org/drawingml/2006/main">
            <a:off x="1224153" y="3363893"/>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buNone/>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Remember</a:t>
            </a:r>
            <a:endParaRPr sz="2325" b="1">
              <a:solidFill>
                <a:srgbClr val="FFFFFF"/>
              </a:solidFill>
              <a:latin typeface="Helvetica Neue"/>
              <a:ea typeface="Helvetica Neue"/>
              <a:cs typeface="Helvetica Neue"/>
            </a:endParaRPr>
          </a:p>
        </p:txBody>
      </p:sp>
      <p:sp>
        <p:nvSpPr>
          <p:cNvPr id="11" name="timeline-body-1">
            <a:extLst xmlns:a="http://schemas.openxmlformats.org/drawingml/2006/main">
              <a:ext uri="{FF2B5EF4-FFF2-40B4-BE49-F238E27FC236}">
                <a16:creationId xmlns:a16="http://schemas.microsoft.com/office/drawing/2014/main" id="{E17092AA-49ED-41D6-9B33-6999A5D2B4BB}"/>
              </a:ext>
            </a:extLst>
          </p:cNvPr>
          <p:cNvSpPr>
            <a:spLocks xmlns:a="http://schemas.openxmlformats.org/drawingml/2006/main" noGrp="1"/>
          </p:cNvSpPr>
          <p:nvPr/>
        </p:nvSpPr>
        <p:spPr>
          <a:xfrm xmlns:a="http://schemas.openxmlformats.org/drawingml/2006/main">
            <a:off x="3647820" y="3144480"/>
            <a:ext cx="3143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buNone/>
              <a:defRPr sz="1425">
                <a:solidFill>
                  <a:srgbClr val="C8CEE9"/>
                </a:solidFill>
                <a:latin typeface="Helvetica Neue"/>
                <a:ea typeface="Helvetica Neue"/>
                <a:cs typeface="Helvetica Neue"/>
              </a:defRPr>
            </a:pPr>
            <a:r>
              <a:rPr sz="1425">
                <a:solidFill>
                  <a:srgbClr val="C8CEE9"/>
                </a:solidFill>
                <a:latin typeface="Helvetica Neue"/>
                <a:ea typeface="Helvetica Neue"/>
                <a:cs typeface="Helvetica Neue"/>
              </a:rPr>
              <a:t>It remembers past meetings context and responds accurately in the ongoing meeting. </a:t>
            </a:r>
            <a:endParaRPr sz="1425">
              <a:solidFill>
                <a:srgbClr val="C8CEE9"/>
              </a:solidFill>
              <a:latin typeface="Helvetica Neue"/>
              <a:ea typeface="Helvetica Neue"/>
              <a:cs typeface="Helvetica Neue"/>
            </a:endParaRPr>
          </a:p>
        </p:txBody>
      </p:sp>
      <p:sp>
        <p:nvSpPr>
          <p:cNvPr id="12" name="timeline-node-2">
            <a:extLst xmlns:a="http://schemas.openxmlformats.org/drawingml/2006/main">
              <a:ext uri="{FF2B5EF4-FFF2-40B4-BE49-F238E27FC236}">
                <a16:creationId xmlns:a16="http://schemas.microsoft.com/office/drawing/2014/main" id="{85BBE5DB-093D-4D83-88C0-EBE088FD4996}"/>
              </a:ext>
            </a:extLst>
          </p:cNvPr>
          <p:cNvSpPr>
            <a:spLocks xmlns:a="http://schemas.openxmlformats.org/drawingml/2006/main" noGrp="1"/>
          </p:cNvSpPr>
          <p:nvPr/>
        </p:nvSpPr>
        <p:spPr>
          <a:xfrm xmlns:a="http://schemas.openxmlformats.org/drawingml/2006/main">
            <a:off x="742950" y="5050631"/>
            <a:ext cx="266700" cy="266700"/>
          </a:xfrm>
          <a:prstGeom xmlns:a="http://schemas.openxmlformats.org/drawingml/2006/main" prst="ellipse">
            <a:avLst/>
          </a:prstGeom>
          <a:solidFill xmlns:a="http://schemas.openxmlformats.org/drawingml/2006/main">
            <a:srgbClr val="FF857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4" name="timeline-head-2">
            <a:extLst xmlns:a="http://schemas.openxmlformats.org/drawingml/2006/main">
              <a:ext uri="{FF2B5EF4-FFF2-40B4-BE49-F238E27FC236}">
                <a16:creationId xmlns:a16="http://schemas.microsoft.com/office/drawing/2014/main" id="{45BB7081-3B54-4BEE-BB07-48C42D9A6086}"/>
              </a:ext>
            </a:extLst>
          </p:cNvPr>
          <p:cNvSpPr>
            <a:spLocks xmlns:a="http://schemas.openxmlformats.org/drawingml/2006/main" noGrp="1"/>
          </p:cNvSpPr>
          <p:nvPr/>
        </p:nvSpPr>
        <p:spPr>
          <a:xfrm xmlns:a="http://schemas.openxmlformats.org/drawingml/2006/main">
            <a:off x="1224153" y="4896634"/>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buNone/>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Action</a:t>
            </a:r>
            <a:endParaRPr sz="2325" b="1">
              <a:solidFill>
                <a:srgbClr val="FFFFFF"/>
              </a:solidFill>
              <a:latin typeface="Helvetica Neue"/>
              <a:ea typeface="Helvetica Neue"/>
              <a:cs typeface="Helvetica Neue"/>
            </a:endParaRPr>
          </a:p>
        </p:txBody>
      </p:sp>
      <p:sp>
        <p:nvSpPr>
          <p:cNvPr id="15" name="timeline-body-2">
            <a:extLst xmlns:a="http://schemas.openxmlformats.org/drawingml/2006/main">
              <a:ext uri="{FF2B5EF4-FFF2-40B4-BE49-F238E27FC236}">
                <a16:creationId xmlns:a16="http://schemas.microsoft.com/office/drawing/2014/main" id="{2D5D79BB-3DFF-400E-BDD3-3335A411A7E1}"/>
              </a:ext>
            </a:extLst>
          </p:cNvPr>
          <p:cNvSpPr>
            <a:spLocks xmlns:a="http://schemas.openxmlformats.org/drawingml/2006/main" noGrp="1"/>
          </p:cNvSpPr>
          <p:nvPr/>
        </p:nvSpPr>
        <p:spPr>
          <a:xfrm xmlns:a="http://schemas.openxmlformats.org/drawingml/2006/main">
            <a:off x="3647820" y="4848671"/>
            <a:ext cx="3143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buNone/>
              <a:defRPr sz="1425">
                <a:solidFill>
                  <a:srgbClr val="C8CEE9"/>
                </a:solidFill>
                <a:latin typeface="Helvetica Neue"/>
                <a:ea typeface="Helvetica Neue"/>
                <a:cs typeface="Helvetica Neue"/>
              </a:defRPr>
            </a:pPr>
            <a:r>
              <a:rPr sz="1425">
                <a:solidFill>
                  <a:srgbClr val="C8CEE9"/>
                </a:solidFill>
                <a:latin typeface="Helvetica Neue"/>
                <a:ea typeface="Helvetica Neue"/>
                <a:cs typeface="Helvetica Neue"/>
              </a:rPr>
              <a:t>It produces a structured summary containing key discussion points, decisions, blockers, and action items.</a:t>
            </a:r>
            <a:endParaRPr sz="1425">
              <a:solidFill>
                <a:srgbClr val="C8CEE9"/>
              </a:solidFill>
              <a:latin typeface="Helvetica Neue"/>
              <a:ea typeface="Helvetica Neue"/>
              <a:cs typeface="Helvetica Neue"/>
            </a:endParaRPr>
          </a:p>
        </p:txBody>
      </p:sp>
      <p:sp>
        <p:nvSpPr>
          <p:cNvPr id="16" name="footer-rule-3">
            <a:extLst xmlns:a="http://schemas.openxmlformats.org/drawingml/2006/main">
              <a:ext uri="{FF2B5EF4-FFF2-40B4-BE49-F238E27FC236}">
                <a16:creationId xmlns:a16="http://schemas.microsoft.com/office/drawing/2014/main" id="{6E8362D9-E29F-438E-9900-FF561AF8E8F3}"/>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31375A"/>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footer-brand-3">
            <a:extLst xmlns:a="http://schemas.openxmlformats.org/drawingml/2006/main">
              <a:ext uri="{FF2B5EF4-FFF2-40B4-BE49-F238E27FC236}">
                <a16:creationId xmlns:a16="http://schemas.microsoft.com/office/drawing/2014/main" id="{1486DBE1-3B9A-49F6-907C-E6611F9F53D2}"/>
              </a:ext>
            </a:extLst>
          </p:cNvPr>
          <p:cNvSpPr>
            <a:spLocks xmlns:a="http://schemas.openxmlformats.org/drawingml/2006/main" noGrp="1"/>
          </p:cNvSpPr>
          <p:nvPr/>
        </p:nvSpPr>
        <p:spPr>
          <a:xfrm xmlns:a="http://schemas.openxmlformats.org/drawingml/2006/main">
            <a:off x="609600" y="64865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987" lnSpcReduction="10000"/>
          </a:bodyPr>
          <a:lstStyle xmlns:a="http://schemas.openxmlformats.org/drawingml/2006/main"/>
          <a:p xmlns:a="http://schemas.openxmlformats.org/drawingml/2006/main">
            <a:pPr>
              <a:buNone/>
              <a:defRPr sz="975" b="1">
                <a:solidFill>
                  <a:srgbClr val="AEB5D5"/>
                </a:solidFill>
                <a:latin typeface="Helvetica Neue"/>
                <a:ea typeface="Helvetica Neue"/>
                <a:cs typeface="Helvetica Neue"/>
              </a:defRPr>
            </a:pPr>
            <a:r>
              <a:rPr sz="975" b="1">
                <a:solidFill>
                  <a:srgbClr val="AEB5D5"/>
                </a:solidFill>
                <a:latin typeface="Helvetica Neue"/>
                <a:ea typeface="Helvetica Neue"/>
                <a:cs typeface="Helvetica Neue"/>
              </a:rPr>
              <a:t>RoleCallAI</a:t>
            </a:r>
          </a:p>
        </p:txBody>
      </p:sp>
      <p:sp>
        <p:nvSpPr>
          <p:cNvPr id="18" name="footer-number-3">
            <a:extLst xmlns:a="http://schemas.openxmlformats.org/drawingml/2006/main">
              <a:ext uri="{FF2B5EF4-FFF2-40B4-BE49-F238E27FC236}">
                <a16:creationId xmlns:a16="http://schemas.microsoft.com/office/drawing/2014/main" id="{6751E9E0-96CA-41DF-92C5-F2FC380E510C}"/>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987" lnSpcReduction="10000"/>
          </a:bodyPr>
          <a:lstStyle xmlns:a="http://schemas.openxmlformats.org/drawingml/2006/main"/>
          <a:p xmlns:a="http://schemas.openxmlformats.org/drawingml/2006/main">
            <a:pPr algn="r">
              <a:buNone/>
              <a:defRPr sz="975" b="1">
                <a:solidFill>
                  <a:srgbClr val="AEB5D5"/>
                </a:solidFill>
                <a:latin typeface="Helvetica Neue"/>
                <a:ea typeface="Helvetica Neue"/>
                <a:cs typeface="Helvetica Neue"/>
              </a:defRPr>
            </a:pPr>
            <a:r>
              <a:rPr sz="975" b="1">
                <a:solidFill>
                  <a:srgbClr val="AEB5D5"/>
                </a:solidFill>
                <a:latin typeface="Helvetica Neue"/>
                <a:ea typeface="Helvetica Neue"/>
                <a:cs typeface="Helvetica Neue"/>
              </a:rPr>
              <a:t>03</a:t>
            </a:r>
          </a:p>
        </p:txBody>
      </p:sp>
      <p:sp>
        <p:nvSpPr>
          <p:cNvPr id="20" name="TextBox 19">
            <a:extLst xmlns:a="http://schemas.openxmlformats.org/drawingml/2006/main">
              <a:ext uri="{FF2B5EF4-FFF2-40B4-BE49-F238E27FC236}">
                <a16:creationId xmlns:a16="http://schemas.microsoft.com/office/drawing/2014/main" id="{A0A6F156-89C8-06BE-E565-2EC60C98942A}"/>
              </a:ext>
            </a:extLst>
          </p:cNvPr>
          <p:cNvSpPr>
            <a:spLocks xmlns:a="http://schemas.openxmlformats.org/drawingml/2006/main" noGrp="1"/>
          </p:cNvSpPr>
          <p:nvPr/>
        </p:nvSpPr>
        <p:spPr>
          <a:xfrm xmlns:a="http://schemas.openxmlformats.org/drawingml/2006/main">
            <a:off x="2795778" y="484227"/>
            <a:ext cx="7990585"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b="1">
                <a:solidFill>
                  <a:schemeClr val="bg1"/>
                </a:solidFill>
                <a:latin typeface="Helvetica Neue"/>
                <a:ea typeface="Helvetica Neue"/>
                <a:cs typeface="Helvetica Neue"/>
              </a:rPr>
              <a:t>-</a:t>
            </a:r>
            <a:r>
              <a:rPr b="1">
                <a:solidFill>
                  <a:srgbClr val="68E2BE"/>
                </a:solidFill>
                <a:latin typeface="Helvetica Neue"/>
                <a:ea typeface="Helvetica Neue"/>
                <a:cs typeface="Helvetica Neue"/>
              </a:rPr>
              <a:t> </a:t>
            </a:r>
            <a:r>
              <a:rPr>
                <a:solidFill>
                  <a:schemeClr val="bg1"/>
                </a:solidFill>
              </a:rPr>
              <a:t>a flexible meeting participant whose </a:t>
            </a:r>
            <a:r>
              <a:rPr>
                <a:solidFill>
                  <a:schemeClr val="bg1"/>
                </a:solidFill>
              </a:rPr>
              <a:t>behavior</a:t>
            </a:r>
            <a:r>
              <a:rPr>
                <a:solidFill>
                  <a:schemeClr val="bg1"/>
                </a:solidFill>
              </a:rPr>
              <a:t> can be  defined by its role</a:t>
            </a:r>
            <a:endParaRPr>
              <a:solidFill>
                <a:schemeClr val="bg1"/>
              </a:solidFill>
            </a:endParaRPr>
          </a:p>
        </p:txBody>
      </p:sp>
    </p:spTree>
    <p:extLst>
      <p:ext uri="{BB962C8B-B14F-4D97-AF65-F5344CB8AC3E}">
        <p14:creationId xmlns:p14="http://schemas.microsoft.com/office/powerpoint/2010/main" val="1922916543"/>
      </p:ext>
    </p:extLst>
  </p:cSld>
</p:sld>
</file>

<file path=ppt/slides/slide4.xml><?xml version="1.0" encoding="utf-8"?>
<p:sld xmlns:p="http://schemas.openxmlformats.org/presentationml/2006/main">
  <p:cSld>
    <p:bg>
      <p:bgPr>
        <a:solidFill xmlns:a="http://schemas.openxmlformats.org/drawingml/2006/main">
          <a:schemeClr val="tx1"/>
        </a:solidFill>
      </p:bgPr>
    </p:bg>
    <p:spTree>
      <p:nvGrpSpPr>
        <p:cNvPr id="1" name=""/>
        <p:cNvGrpSpPr/>
        <p:nvPr/>
      </p:nvGrpSpPr>
      <p:grpSpPr>
        <a:xfrm xmlns:a="http://schemas.openxmlformats.org/drawingml/2006/main"/>
      </p:grpSpPr>
      <p:sp>
        <p:nvSpPr>
          <p:cNvPr id="27" name="eyebrow">
            <a:extLst xmlns:a="http://schemas.openxmlformats.org/drawingml/2006/main">
              <a:ext uri="{FF2B5EF4-FFF2-40B4-BE49-F238E27FC236}">
                <a16:creationId xmlns:a16="http://schemas.microsoft.com/office/drawing/2014/main" id="{AD69C4C4-9119-4D84-8A82-D607195CFC5C}"/>
              </a:ext>
            </a:extLst>
          </p:cNvPr>
          <p:cNvSpPr>
            <a:spLocks xmlns:a="http://schemas.openxmlformats.org/drawingml/2006/main" noGrp="1"/>
          </p:cNvSpPr>
          <p:nvPr/>
        </p:nvSpPr>
        <p:spPr>
          <a:xfrm xmlns:a="http://schemas.openxmlformats.org/drawingml/2006/main">
            <a:off x="609600" y="657225"/>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buNone/>
              <a:defRPr sz="1200" b="1">
                <a:solidFill>
                  <a:srgbClr val="5D55E6"/>
                </a:solidFill>
                <a:latin typeface="Helvetica Neue"/>
                <a:ea typeface="Helvetica Neue"/>
                <a:cs typeface="Helvetica Neue"/>
              </a:defRPr>
            </a:pPr>
            <a:r>
              <a:rPr sz="2000" b="1">
                <a:solidFill>
                  <a:srgbClr val="5D55E6"/>
                </a:solidFill>
                <a:latin typeface="Helvetica Neue"/>
                <a:ea typeface="Helvetica Neue"/>
                <a:cs typeface="Helvetica Neue"/>
              </a:rPr>
              <a:t>LIVE DEMO</a:t>
            </a:r>
          </a:p>
        </p:txBody>
      </p:sp>
      <p:sp>
        <p:nvSpPr>
          <p:cNvPr id="3" name="demo-lead">
            <a:extLst xmlns:a="http://schemas.openxmlformats.org/drawingml/2006/main">
              <a:ext uri="{FF2B5EF4-FFF2-40B4-BE49-F238E27FC236}">
                <a16:creationId xmlns:a16="http://schemas.microsoft.com/office/drawing/2014/main" id="{77B2B492-4D0B-41E3-A5CE-3DED128E5A31}"/>
              </a:ext>
            </a:extLst>
          </p:cNvPr>
          <p:cNvSpPr>
            <a:spLocks xmlns:a="http://schemas.openxmlformats.org/drawingml/2006/main" noGrp="1"/>
          </p:cNvSpPr>
          <p:nvPr/>
        </p:nvSpPr>
        <p:spPr>
          <a:xfrm xmlns:a="http://schemas.openxmlformats.org/drawingml/2006/main">
            <a:off x="609600" y="16954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buNone/>
              <a:defRPr sz="2250" b="1">
                <a:solidFill>
                  <a:srgbClr val="070B28"/>
                </a:solidFill>
                <a:latin typeface="Helvetica Neue"/>
                <a:ea typeface="Helvetica Neue"/>
                <a:cs typeface="Helvetica Neue"/>
              </a:defRPr>
            </a:pPr>
            <a:r>
              <a:rPr sz="2250" b="1">
                <a:solidFill>
                  <a:schemeClr val="bg1"/>
                </a:solidFill>
                <a:latin typeface="Helvetica Neue"/>
                <a:ea typeface="Helvetica Neue"/>
                <a:cs typeface="Helvetica Neue"/>
              </a:rPr>
              <a:t>Watch the agent take control</a:t>
            </a:r>
          </a:p>
        </p:txBody>
      </p:sp>
      <p:sp>
        <p:nvSpPr>
          <p:cNvPr id="4" name="demo-num-0">
            <a:extLst xmlns:a="http://schemas.openxmlformats.org/drawingml/2006/main">
              <a:ext uri="{FF2B5EF4-FFF2-40B4-BE49-F238E27FC236}">
                <a16:creationId xmlns:a16="http://schemas.microsoft.com/office/drawing/2014/main" id="{AC07DDC1-3D2E-45FA-B7D7-1EFA99C9B19D}"/>
              </a:ext>
            </a:extLst>
          </p:cNvPr>
          <p:cNvSpPr>
            <a:spLocks xmlns:a="http://schemas.openxmlformats.org/drawingml/2006/main" noGrp="1"/>
          </p:cNvSpPr>
          <p:nvPr/>
        </p:nvSpPr>
        <p:spPr>
          <a:xfrm xmlns:a="http://schemas.openxmlformats.org/drawingml/2006/main">
            <a:off x="647700" y="2514600"/>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buNone/>
              <a:defRPr sz="1350" b="1">
                <a:solidFill>
                  <a:srgbClr val="5D55E6"/>
                </a:solidFill>
                <a:latin typeface="Helvetica Neue"/>
                <a:ea typeface="Helvetica Neue"/>
                <a:cs typeface="Helvetica Neue"/>
              </a:defRPr>
            </a:pPr>
            <a:r>
              <a:rPr sz="1350" b="1">
                <a:solidFill>
                  <a:srgbClr val="5D55E6"/>
                </a:solidFill>
                <a:latin typeface="Helvetica Neue"/>
                <a:ea typeface="Helvetica Neue"/>
                <a:cs typeface="Helvetica Neue"/>
              </a:rPr>
              <a:t>01</a:t>
            </a:r>
          </a:p>
        </p:txBody>
      </p:sp>
      <p:sp>
        <p:nvSpPr>
          <p:cNvPr id="5" name="demo-step-rule-0">
            <a:extLst xmlns:a="http://schemas.openxmlformats.org/drawingml/2006/main">
              <a:ext uri="{FF2B5EF4-FFF2-40B4-BE49-F238E27FC236}">
                <a16:creationId xmlns:a16="http://schemas.microsoft.com/office/drawing/2014/main" id="{A2A4E230-DA1E-4E64-93D6-6DF23815B539}"/>
              </a:ext>
            </a:extLst>
          </p:cNvPr>
          <p:cNvSpPr>
            <a:spLocks xmlns:a="http://schemas.openxmlformats.org/drawingml/2006/main" noGrp="1"/>
          </p:cNvSpPr>
          <p:nvPr/>
        </p:nvSpPr>
        <p:spPr>
          <a:xfrm xmlns:a="http://schemas.openxmlformats.org/drawingml/2006/main">
            <a:off x="1257300" y="2676525"/>
            <a:ext cx="361950" cy="0"/>
          </a:xfrm>
          <a:prstGeom xmlns:a="http://schemas.openxmlformats.org/drawingml/2006/main" prst="line">
            <a:avLst/>
          </a:prstGeom>
          <a:noFill xmlns:a="http://schemas.openxmlformats.org/drawingml/2006/main"/>
          <a:ln xmlns:a="http://schemas.openxmlformats.org/drawingml/2006/main" w="19050">
            <a:solidFill>
              <a:srgbClr val="D6DAE5"/>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demo-cue-0">
            <a:extLst xmlns:a="http://schemas.openxmlformats.org/drawingml/2006/main">
              <a:ext uri="{FF2B5EF4-FFF2-40B4-BE49-F238E27FC236}">
                <a16:creationId xmlns:a16="http://schemas.microsoft.com/office/drawing/2014/main" id="{7561F32D-117E-4258-A21F-31DFD6952548}"/>
              </a:ext>
            </a:extLst>
          </p:cNvPr>
          <p:cNvSpPr>
            <a:spLocks xmlns:a="http://schemas.openxmlformats.org/drawingml/2006/main" noGrp="1"/>
          </p:cNvSpPr>
          <p:nvPr/>
        </p:nvSpPr>
        <p:spPr>
          <a:xfrm xmlns:a="http://schemas.openxmlformats.org/drawingml/2006/main">
            <a:off x="1828800" y="25050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buNone/>
              <a:defRPr sz="1575" b="0">
                <a:solidFill>
                  <a:srgbClr val="10142A"/>
                </a:solidFill>
                <a:latin typeface="Helvetica Neue"/>
                <a:ea typeface="Helvetica Neue"/>
                <a:cs typeface="Helvetica Neue"/>
              </a:defRPr>
            </a:pPr>
            <a:r>
              <a:rPr sz="1575" b="0">
                <a:solidFill>
                  <a:schemeClr val="bg1"/>
                </a:solidFill>
                <a:latin typeface="Helvetica Neue"/>
                <a:ea typeface="Helvetica Neue"/>
                <a:cs typeface="Helvetica Neue"/>
              </a:rPr>
              <a:t>Create a room and choose the facilitator</a:t>
            </a:r>
          </a:p>
        </p:txBody>
      </p:sp>
      <p:sp>
        <p:nvSpPr>
          <p:cNvPr id="7" name="demo-num-1">
            <a:extLst xmlns:a="http://schemas.openxmlformats.org/drawingml/2006/main">
              <a:ext uri="{FF2B5EF4-FFF2-40B4-BE49-F238E27FC236}">
                <a16:creationId xmlns:a16="http://schemas.microsoft.com/office/drawing/2014/main" id="{A3924258-B611-45F6-81C6-AF9070EC8B5A}"/>
              </a:ext>
            </a:extLst>
          </p:cNvPr>
          <p:cNvSpPr>
            <a:spLocks xmlns:a="http://schemas.openxmlformats.org/drawingml/2006/main" noGrp="1"/>
          </p:cNvSpPr>
          <p:nvPr/>
        </p:nvSpPr>
        <p:spPr>
          <a:xfrm xmlns:a="http://schemas.openxmlformats.org/drawingml/2006/main">
            <a:off x="647700" y="315277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buNone/>
              <a:defRPr sz="1350" b="1">
                <a:solidFill>
                  <a:srgbClr val="5D55E6"/>
                </a:solidFill>
                <a:latin typeface="Helvetica Neue"/>
                <a:ea typeface="Helvetica Neue"/>
                <a:cs typeface="Helvetica Neue"/>
              </a:defRPr>
            </a:pPr>
            <a:r>
              <a:rPr sz="1350" b="1">
                <a:solidFill>
                  <a:srgbClr val="5D55E6"/>
                </a:solidFill>
                <a:latin typeface="Helvetica Neue"/>
                <a:ea typeface="Helvetica Neue"/>
                <a:cs typeface="Helvetica Neue"/>
              </a:rPr>
              <a:t>02</a:t>
            </a:r>
          </a:p>
        </p:txBody>
      </p:sp>
      <p:sp>
        <p:nvSpPr>
          <p:cNvPr id="8" name="demo-step-rule-1">
            <a:extLst xmlns:a="http://schemas.openxmlformats.org/drawingml/2006/main">
              <a:ext uri="{FF2B5EF4-FFF2-40B4-BE49-F238E27FC236}">
                <a16:creationId xmlns:a16="http://schemas.microsoft.com/office/drawing/2014/main" id="{7153D9B9-1A92-48D7-A61D-EAAC5E232A94}"/>
              </a:ext>
            </a:extLst>
          </p:cNvPr>
          <p:cNvSpPr>
            <a:spLocks xmlns:a="http://schemas.openxmlformats.org/drawingml/2006/main" noGrp="1"/>
          </p:cNvSpPr>
          <p:nvPr/>
        </p:nvSpPr>
        <p:spPr>
          <a:xfrm xmlns:a="http://schemas.openxmlformats.org/drawingml/2006/main">
            <a:off x="1257300" y="3314700"/>
            <a:ext cx="361950" cy="0"/>
          </a:xfrm>
          <a:prstGeom xmlns:a="http://schemas.openxmlformats.org/drawingml/2006/main" prst="line">
            <a:avLst/>
          </a:prstGeom>
          <a:noFill xmlns:a="http://schemas.openxmlformats.org/drawingml/2006/main"/>
          <a:ln xmlns:a="http://schemas.openxmlformats.org/drawingml/2006/main" w="19050">
            <a:solidFill>
              <a:srgbClr val="D6DAE5"/>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demo-cue-1">
            <a:extLst xmlns:a="http://schemas.openxmlformats.org/drawingml/2006/main">
              <a:ext uri="{FF2B5EF4-FFF2-40B4-BE49-F238E27FC236}">
                <a16:creationId xmlns:a16="http://schemas.microsoft.com/office/drawing/2014/main" id="{CEEB2E11-F5B4-426F-B712-845DB2DD26B9}"/>
              </a:ext>
            </a:extLst>
          </p:cNvPr>
          <p:cNvSpPr>
            <a:spLocks xmlns:a="http://schemas.openxmlformats.org/drawingml/2006/main" noGrp="1"/>
          </p:cNvSpPr>
          <p:nvPr/>
        </p:nvSpPr>
        <p:spPr>
          <a:xfrm xmlns:a="http://schemas.openxmlformats.org/drawingml/2006/main">
            <a:off x="1828800" y="31432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buNone/>
              <a:defRPr sz="1575" b="0">
                <a:solidFill>
                  <a:srgbClr val="10142A"/>
                </a:solidFill>
                <a:latin typeface="Helvetica Neue"/>
                <a:ea typeface="Helvetica Neue"/>
                <a:cs typeface="Helvetica Neue"/>
              </a:defRPr>
            </a:pPr>
            <a:r>
              <a:rPr sz="1575" b="0">
                <a:solidFill>
                  <a:schemeClr val="bg1"/>
                </a:solidFill>
                <a:latin typeface="Helvetica Neue"/>
                <a:ea typeface="Helvetica Neue"/>
                <a:cs typeface="Helvetica Neue"/>
              </a:rPr>
              <a:t>Hear soft Lyria lobby music in two browsers</a:t>
            </a:r>
          </a:p>
        </p:txBody>
      </p:sp>
      <p:sp>
        <p:nvSpPr>
          <p:cNvPr id="10" name="demo-num-2">
            <a:extLst xmlns:a="http://schemas.openxmlformats.org/drawingml/2006/main">
              <a:ext uri="{FF2B5EF4-FFF2-40B4-BE49-F238E27FC236}">
                <a16:creationId xmlns:a16="http://schemas.microsoft.com/office/drawing/2014/main" id="{A082A366-E597-43CA-AE2C-D0ED6699E5E6}"/>
              </a:ext>
            </a:extLst>
          </p:cNvPr>
          <p:cNvSpPr>
            <a:spLocks xmlns:a="http://schemas.openxmlformats.org/drawingml/2006/main" noGrp="1"/>
          </p:cNvSpPr>
          <p:nvPr/>
        </p:nvSpPr>
        <p:spPr>
          <a:xfrm xmlns:a="http://schemas.openxmlformats.org/drawingml/2006/main">
            <a:off x="647700" y="3790950"/>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buNone/>
              <a:defRPr sz="1350" b="1">
                <a:solidFill>
                  <a:srgbClr val="FF857C"/>
                </a:solidFill>
                <a:latin typeface="Helvetica Neue"/>
                <a:ea typeface="Helvetica Neue"/>
                <a:cs typeface="Helvetica Neue"/>
              </a:defRPr>
            </a:pPr>
            <a:r>
              <a:rPr sz="1350" b="1">
                <a:solidFill>
                  <a:srgbClr val="FF857C"/>
                </a:solidFill>
                <a:latin typeface="Helvetica Neue"/>
                <a:ea typeface="Helvetica Neue"/>
                <a:cs typeface="Helvetica Neue"/>
              </a:rPr>
              <a:t>03</a:t>
            </a:r>
          </a:p>
        </p:txBody>
      </p:sp>
      <p:sp>
        <p:nvSpPr>
          <p:cNvPr id="11" name="demo-step-rule-2">
            <a:extLst xmlns:a="http://schemas.openxmlformats.org/drawingml/2006/main">
              <a:ext uri="{FF2B5EF4-FFF2-40B4-BE49-F238E27FC236}">
                <a16:creationId xmlns:a16="http://schemas.microsoft.com/office/drawing/2014/main" id="{A6F77459-03F9-4BFF-9FF9-3A352183BEC4}"/>
              </a:ext>
            </a:extLst>
          </p:cNvPr>
          <p:cNvSpPr>
            <a:spLocks xmlns:a="http://schemas.openxmlformats.org/drawingml/2006/main" noGrp="1"/>
          </p:cNvSpPr>
          <p:nvPr/>
        </p:nvSpPr>
        <p:spPr>
          <a:xfrm xmlns:a="http://schemas.openxmlformats.org/drawingml/2006/main">
            <a:off x="1257300" y="3952875"/>
            <a:ext cx="361950" cy="0"/>
          </a:xfrm>
          <a:prstGeom xmlns:a="http://schemas.openxmlformats.org/drawingml/2006/main" prst="line">
            <a:avLst/>
          </a:prstGeom>
          <a:noFill xmlns:a="http://schemas.openxmlformats.org/drawingml/2006/main"/>
          <a:ln xmlns:a="http://schemas.openxmlformats.org/drawingml/2006/main" w="19050">
            <a:solidFill>
              <a:srgbClr val="FF857C"/>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demo-cue-2">
            <a:extLst xmlns:a="http://schemas.openxmlformats.org/drawingml/2006/main">
              <a:ext uri="{FF2B5EF4-FFF2-40B4-BE49-F238E27FC236}">
                <a16:creationId xmlns:a16="http://schemas.microsoft.com/office/drawing/2014/main" id="{5F7F19D4-F707-4D3B-92EF-DF01B3591A8A}"/>
              </a:ext>
            </a:extLst>
          </p:cNvPr>
          <p:cNvSpPr>
            <a:spLocks xmlns:a="http://schemas.openxmlformats.org/drawingml/2006/main" noGrp="1"/>
          </p:cNvSpPr>
          <p:nvPr/>
        </p:nvSpPr>
        <p:spPr>
          <a:xfrm xmlns:a="http://schemas.openxmlformats.org/drawingml/2006/main">
            <a:off x="1828800" y="37814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buNone/>
              <a:defRPr sz="1575" b="1">
                <a:solidFill>
                  <a:srgbClr val="10142A"/>
                </a:solidFill>
                <a:latin typeface="Helvetica Neue"/>
                <a:ea typeface="Helvetica Neue"/>
                <a:cs typeface="Helvetica Neue"/>
              </a:defRPr>
            </a:pPr>
            <a:r>
              <a:rPr sz="1575" b="1">
                <a:solidFill>
                  <a:schemeClr val="bg1"/>
                </a:solidFill>
                <a:latin typeface="Helvetica Neue"/>
                <a:ea typeface="Helvetica Neue"/>
                <a:cs typeface="Helvetica Neue"/>
              </a:rPr>
              <a:t>Hear the agent rotate the floor by name</a:t>
            </a:r>
          </a:p>
        </p:txBody>
      </p:sp>
      <p:sp>
        <p:nvSpPr>
          <p:cNvPr id="13" name="demo-num-3">
            <a:extLst xmlns:a="http://schemas.openxmlformats.org/drawingml/2006/main">
              <a:ext uri="{FF2B5EF4-FFF2-40B4-BE49-F238E27FC236}">
                <a16:creationId xmlns:a16="http://schemas.microsoft.com/office/drawing/2014/main" id="{D4AE4908-06C4-418A-BC2E-26328A4C98DC}"/>
              </a:ext>
            </a:extLst>
          </p:cNvPr>
          <p:cNvSpPr>
            <a:spLocks xmlns:a="http://schemas.openxmlformats.org/drawingml/2006/main" noGrp="1"/>
          </p:cNvSpPr>
          <p:nvPr/>
        </p:nvSpPr>
        <p:spPr>
          <a:xfrm xmlns:a="http://schemas.openxmlformats.org/drawingml/2006/main">
            <a:off x="647700" y="442912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buNone/>
              <a:defRPr sz="1350" b="1">
                <a:solidFill>
                  <a:srgbClr val="5D55E6"/>
                </a:solidFill>
                <a:latin typeface="Helvetica Neue"/>
                <a:ea typeface="Helvetica Neue"/>
                <a:cs typeface="Helvetica Neue"/>
              </a:defRPr>
            </a:pPr>
            <a:r>
              <a:rPr sz="1350" b="1">
                <a:solidFill>
                  <a:srgbClr val="5D55E6"/>
                </a:solidFill>
                <a:latin typeface="Helvetica Neue"/>
                <a:ea typeface="Helvetica Neue"/>
                <a:cs typeface="Helvetica Neue"/>
              </a:rPr>
              <a:t>04</a:t>
            </a:r>
          </a:p>
        </p:txBody>
      </p:sp>
      <p:sp>
        <p:nvSpPr>
          <p:cNvPr id="14" name="demo-step-rule-3">
            <a:extLst xmlns:a="http://schemas.openxmlformats.org/drawingml/2006/main">
              <a:ext uri="{FF2B5EF4-FFF2-40B4-BE49-F238E27FC236}">
                <a16:creationId xmlns:a16="http://schemas.microsoft.com/office/drawing/2014/main" id="{73439E68-B47D-416E-AE9A-82254F29A568}"/>
              </a:ext>
            </a:extLst>
          </p:cNvPr>
          <p:cNvSpPr>
            <a:spLocks xmlns:a="http://schemas.openxmlformats.org/drawingml/2006/main" noGrp="1"/>
          </p:cNvSpPr>
          <p:nvPr/>
        </p:nvSpPr>
        <p:spPr>
          <a:xfrm xmlns:a="http://schemas.openxmlformats.org/drawingml/2006/main">
            <a:off x="1257300" y="4591050"/>
            <a:ext cx="361950" cy="0"/>
          </a:xfrm>
          <a:prstGeom xmlns:a="http://schemas.openxmlformats.org/drawingml/2006/main" prst="line">
            <a:avLst/>
          </a:prstGeom>
          <a:noFill xmlns:a="http://schemas.openxmlformats.org/drawingml/2006/main"/>
          <a:ln xmlns:a="http://schemas.openxmlformats.org/drawingml/2006/main" w="19050">
            <a:solidFill>
              <a:srgbClr val="D6DAE5"/>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demo-cue-3">
            <a:extLst xmlns:a="http://schemas.openxmlformats.org/drawingml/2006/main">
              <a:ext uri="{FF2B5EF4-FFF2-40B4-BE49-F238E27FC236}">
                <a16:creationId xmlns:a16="http://schemas.microsoft.com/office/drawing/2014/main" id="{36F77D9F-5908-4BD7-BAAC-744178EF7312}"/>
              </a:ext>
            </a:extLst>
          </p:cNvPr>
          <p:cNvSpPr>
            <a:spLocks xmlns:a="http://schemas.openxmlformats.org/drawingml/2006/main" noGrp="1"/>
          </p:cNvSpPr>
          <p:nvPr/>
        </p:nvSpPr>
        <p:spPr>
          <a:xfrm xmlns:a="http://schemas.openxmlformats.org/drawingml/2006/main">
            <a:off x="1828800" y="44196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buNone/>
              <a:defRPr sz="1575" b="0">
                <a:solidFill>
                  <a:srgbClr val="10142A"/>
                </a:solidFill>
                <a:latin typeface="Helvetica Neue"/>
                <a:ea typeface="Helvetica Neue"/>
                <a:cs typeface="Helvetica Neue"/>
              </a:defRPr>
            </a:pPr>
            <a:r>
              <a:rPr sz="1575" b="0">
                <a:solidFill>
                  <a:schemeClr val="bg1"/>
                </a:solidFill>
                <a:latin typeface="Helvetica Neue"/>
                <a:ea typeface="Helvetica Neue"/>
                <a:cs typeface="Helvetica Neue"/>
              </a:rPr>
              <a:t>See live captions and natural follow-ups</a:t>
            </a:r>
          </a:p>
        </p:txBody>
      </p:sp>
      <p:sp>
        <p:nvSpPr>
          <p:cNvPr id="16" name="demo-num-4">
            <a:extLst xmlns:a="http://schemas.openxmlformats.org/drawingml/2006/main">
              <a:ext uri="{FF2B5EF4-FFF2-40B4-BE49-F238E27FC236}">
                <a16:creationId xmlns:a16="http://schemas.microsoft.com/office/drawing/2014/main" id="{21478FD0-DE7B-4940-A20A-55B31563FF19}"/>
              </a:ext>
            </a:extLst>
          </p:cNvPr>
          <p:cNvSpPr>
            <a:spLocks xmlns:a="http://schemas.openxmlformats.org/drawingml/2006/main" noGrp="1"/>
          </p:cNvSpPr>
          <p:nvPr/>
        </p:nvSpPr>
        <p:spPr>
          <a:xfrm xmlns:a="http://schemas.openxmlformats.org/drawingml/2006/main">
            <a:off x="647700" y="5067300"/>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buNone/>
              <a:defRPr sz="1350" b="1">
                <a:solidFill>
                  <a:srgbClr val="5D55E6"/>
                </a:solidFill>
                <a:latin typeface="Helvetica Neue"/>
                <a:ea typeface="Helvetica Neue"/>
                <a:cs typeface="Helvetica Neue"/>
              </a:defRPr>
            </a:pPr>
            <a:r>
              <a:rPr sz="1350" b="1">
                <a:solidFill>
                  <a:srgbClr val="5D55E6"/>
                </a:solidFill>
                <a:latin typeface="Helvetica Neue"/>
                <a:ea typeface="Helvetica Neue"/>
                <a:cs typeface="Helvetica Neue"/>
              </a:rPr>
              <a:t>05</a:t>
            </a:r>
          </a:p>
        </p:txBody>
      </p:sp>
      <p:sp>
        <p:nvSpPr>
          <p:cNvPr id="17" name="demo-step-rule-4">
            <a:extLst xmlns:a="http://schemas.openxmlformats.org/drawingml/2006/main">
              <a:ext uri="{FF2B5EF4-FFF2-40B4-BE49-F238E27FC236}">
                <a16:creationId xmlns:a16="http://schemas.microsoft.com/office/drawing/2014/main" id="{41D422AC-E44E-40A2-8F00-B4AEE8B41357}"/>
              </a:ext>
            </a:extLst>
          </p:cNvPr>
          <p:cNvSpPr>
            <a:spLocks xmlns:a="http://schemas.openxmlformats.org/drawingml/2006/main" noGrp="1"/>
          </p:cNvSpPr>
          <p:nvPr/>
        </p:nvSpPr>
        <p:spPr>
          <a:xfrm xmlns:a="http://schemas.openxmlformats.org/drawingml/2006/main">
            <a:off x="1257300" y="5229225"/>
            <a:ext cx="361950" cy="0"/>
          </a:xfrm>
          <a:prstGeom xmlns:a="http://schemas.openxmlformats.org/drawingml/2006/main" prst="line">
            <a:avLst/>
          </a:prstGeom>
          <a:noFill xmlns:a="http://schemas.openxmlformats.org/drawingml/2006/main"/>
          <a:ln xmlns:a="http://schemas.openxmlformats.org/drawingml/2006/main" w="19050">
            <a:solidFill>
              <a:srgbClr val="D6DAE5"/>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demo-cue-4">
            <a:extLst xmlns:a="http://schemas.openxmlformats.org/drawingml/2006/main">
              <a:ext uri="{FF2B5EF4-FFF2-40B4-BE49-F238E27FC236}">
                <a16:creationId xmlns:a16="http://schemas.microsoft.com/office/drawing/2014/main" id="{60A0342A-CE3D-41D3-ADDA-B88C2C833999}"/>
              </a:ext>
            </a:extLst>
          </p:cNvPr>
          <p:cNvSpPr>
            <a:spLocks xmlns:a="http://schemas.openxmlformats.org/drawingml/2006/main" noGrp="1"/>
          </p:cNvSpPr>
          <p:nvPr/>
        </p:nvSpPr>
        <p:spPr>
          <a:xfrm xmlns:a="http://schemas.openxmlformats.org/drawingml/2006/main">
            <a:off x="1828800" y="50577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buNone/>
              <a:defRPr sz="1575" b="0">
                <a:solidFill>
                  <a:srgbClr val="10142A"/>
                </a:solidFill>
                <a:latin typeface="Helvetica Neue"/>
                <a:ea typeface="Helvetica Neue"/>
                <a:cs typeface="Helvetica Neue"/>
              </a:defRPr>
            </a:pPr>
            <a:r>
              <a:rPr sz="1575" b="0">
                <a:solidFill>
                  <a:schemeClr val="bg1"/>
                </a:solidFill>
                <a:latin typeface="Helvetica Neue"/>
                <a:ea typeface="Helvetica Neue"/>
                <a:cs typeface="Helvetica Neue"/>
              </a:rPr>
              <a:t>End with a spoken recap and persistent summary</a:t>
            </a:r>
          </a:p>
        </p:txBody>
      </p:sp>
      <p:sp>
        <p:nvSpPr>
          <p:cNvPr id="19" name="demo-stage">
            <a:extLst xmlns:a="http://schemas.openxmlformats.org/drawingml/2006/main">
              <a:ext uri="{FF2B5EF4-FFF2-40B4-BE49-F238E27FC236}">
                <a16:creationId xmlns:a16="http://schemas.microsoft.com/office/drawing/2014/main" id="{2869D6EF-9ACA-4849-A498-E01E111E5399}"/>
              </a:ext>
            </a:extLst>
          </p:cNvPr>
          <p:cNvSpPr>
            <a:spLocks xmlns:a="http://schemas.openxmlformats.org/drawingml/2006/main" noGrp="1"/>
          </p:cNvSpPr>
          <p:nvPr/>
        </p:nvSpPr>
        <p:spPr>
          <a:xfrm xmlns:a="http://schemas.openxmlformats.org/drawingml/2006/main">
            <a:off x="7296150" y="1809750"/>
            <a:ext cx="4229100" cy="3714750"/>
          </a:xfrm>
          <a:prstGeom xmlns:a="http://schemas.openxmlformats.org/drawingml/2006/main" prst="roundRect">
            <a:avLst>
              <a:gd name="adj" fmla="val 5641"/>
            </a:avLst>
          </a:prstGeom>
          <a:solidFill xmlns:a="http://schemas.openxmlformats.org/drawingml/2006/main">
            <a:srgbClr val="070B28"/>
          </a:solidFill>
          <a:ln xmlns:a="http://schemas.openxmlformats.org/drawingml/2006/main" w="9525">
            <a:solidFill>
              <a:srgbClr val="070B28"/>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demo-orb-outer">
            <a:extLst xmlns:a="http://schemas.openxmlformats.org/drawingml/2006/main">
              <a:ext uri="{FF2B5EF4-FFF2-40B4-BE49-F238E27FC236}">
                <a16:creationId xmlns:a16="http://schemas.microsoft.com/office/drawing/2014/main" id="{E460EB3F-E27F-4518-B9CF-A278FB976FF4}"/>
              </a:ext>
            </a:extLst>
          </p:cNvPr>
          <p:cNvSpPr>
            <a:spLocks xmlns:a="http://schemas.openxmlformats.org/drawingml/2006/main" noGrp="1"/>
          </p:cNvSpPr>
          <p:nvPr/>
        </p:nvSpPr>
        <p:spPr>
          <a:xfrm xmlns:a="http://schemas.openxmlformats.org/drawingml/2006/main">
            <a:off x="8267700" y="2419350"/>
            <a:ext cx="2286000" cy="2286000"/>
          </a:xfrm>
          <a:prstGeom xmlns:a="http://schemas.openxmlformats.org/drawingml/2006/main" prst="ellipse">
            <a:avLst/>
          </a:prstGeom>
          <a:solidFill xmlns:a="http://schemas.openxmlformats.org/drawingml/2006/main">
            <a:srgbClr val="5D55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1" name="demo-orb-inner">
            <a:extLst xmlns:a="http://schemas.openxmlformats.org/drawingml/2006/main">
              <a:ext uri="{FF2B5EF4-FFF2-40B4-BE49-F238E27FC236}">
                <a16:creationId xmlns:a16="http://schemas.microsoft.com/office/drawing/2014/main" id="{3C159235-F7F6-4FA1-9F52-44A249D7C809}"/>
              </a:ext>
            </a:extLst>
          </p:cNvPr>
          <p:cNvSpPr>
            <a:spLocks xmlns:a="http://schemas.openxmlformats.org/drawingml/2006/main" noGrp="1"/>
          </p:cNvSpPr>
          <p:nvPr/>
        </p:nvSpPr>
        <p:spPr>
          <a:xfrm xmlns:a="http://schemas.openxmlformats.org/drawingml/2006/main">
            <a:off x="8791575" y="2943225"/>
            <a:ext cx="1238250" cy="1238250"/>
          </a:xfrm>
          <a:prstGeom xmlns:a="http://schemas.openxmlformats.org/drawingml/2006/main" prst="ellipse">
            <a:avLst/>
          </a:prstGeom>
          <a:solidFill xmlns:a="http://schemas.openxmlformats.org/drawingml/2006/main">
            <a:srgbClr val="68E2B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2" name="demo-wave">
            <a:extLst xmlns:a="http://schemas.openxmlformats.org/drawingml/2006/main">
              <a:ext uri="{FF2B5EF4-FFF2-40B4-BE49-F238E27FC236}">
                <a16:creationId xmlns:a16="http://schemas.microsoft.com/office/drawing/2014/main" id="{2D68E3BA-77E5-4236-B161-50C76C2AFDDF}"/>
              </a:ext>
            </a:extLst>
          </p:cNvPr>
          <p:cNvSpPr>
            <a:spLocks xmlns:a="http://schemas.openxmlformats.org/drawingml/2006/main" noGrp="1"/>
          </p:cNvSpPr>
          <p:nvPr/>
        </p:nvSpPr>
        <p:spPr>
          <a:xfrm xmlns:a="http://schemas.openxmlformats.org/drawingml/2006/main">
            <a:off x="8791575" y="2990850"/>
            <a:ext cx="1238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349" lnSpcReduction="10000"/>
          </a:bodyPr>
          <a:lstStyle xmlns:a="http://schemas.openxmlformats.org/drawingml/2006/main"/>
          <a:p xmlns:a="http://schemas.openxmlformats.org/drawingml/2006/main">
            <a:pPr algn="ctr">
              <a:buNone/>
              <a:defRPr sz="6450" b="1">
                <a:solidFill>
                  <a:srgbClr val="070B28"/>
                </a:solidFill>
                <a:latin typeface="Helvetica Neue"/>
                <a:ea typeface="Helvetica Neue"/>
                <a:cs typeface="Helvetica Neue"/>
              </a:defRPr>
            </a:pPr>
            <a:r>
              <a:rPr sz="6450" b="1">
                <a:solidFill>
                  <a:srgbClr val="070B28"/>
                </a:solidFill>
                <a:latin typeface="Helvetica Neue"/>
                <a:ea typeface="Helvetica Neue"/>
                <a:cs typeface="Helvetica Neue"/>
              </a:rPr>
              <a:t>≋</a:t>
            </a:r>
          </a:p>
        </p:txBody>
      </p:sp>
      <p:sp>
        <p:nvSpPr>
          <p:cNvPr id="23" name="demo-stage-text">
            <a:extLst xmlns:a="http://schemas.openxmlformats.org/drawingml/2006/main">
              <a:ext uri="{FF2B5EF4-FFF2-40B4-BE49-F238E27FC236}">
                <a16:creationId xmlns:a16="http://schemas.microsoft.com/office/drawing/2014/main" id="{04E8D6F7-7041-4861-A88B-5859B75B628D}"/>
              </a:ext>
            </a:extLst>
          </p:cNvPr>
          <p:cNvSpPr>
            <a:spLocks xmlns:a="http://schemas.openxmlformats.org/drawingml/2006/main" noGrp="1"/>
          </p:cNvSpPr>
          <p:nvPr/>
        </p:nvSpPr>
        <p:spPr>
          <a:xfrm xmlns:a="http://schemas.openxmlformats.org/drawingml/2006/main">
            <a:off x="7639050" y="4914900"/>
            <a:ext cx="3543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CREATE  →  LOBBY  →  SPEAK  →  RECAP</a:t>
            </a:r>
          </a:p>
        </p:txBody>
      </p:sp>
      <p:sp>
        <p:nvSpPr>
          <p:cNvPr id="24" name="footer-rule-4">
            <a:extLst xmlns:a="http://schemas.openxmlformats.org/drawingml/2006/main">
              <a:ext uri="{FF2B5EF4-FFF2-40B4-BE49-F238E27FC236}">
                <a16:creationId xmlns:a16="http://schemas.microsoft.com/office/drawing/2014/main" id="{40778313-3DEF-4CB0-A53C-E32836A55630}"/>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6DAE5"/>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footer-brand-4">
            <a:extLst xmlns:a="http://schemas.openxmlformats.org/drawingml/2006/main">
              <a:ext uri="{FF2B5EF4-FFF2-40B4-BE49-F238E27FC236}">
                <a16:creationId xmlns:a16="http://schemas.microsoft.com/office/drawing/2014/main" id="{FD91AA1B-2722-4397-BC6F-4E457E4514E7}"/>
              </a:ext>
            </a:extLst>
          </p:cNvPr>
          <p:cNvSpPr>
            <a:spLocks xmlns:a="http://schemas.openxmlformats.org/drawingml/2006/main" noGrp="1"/>
          </p:cNvSpPr>
          <p:nvPr/>
        </p:nvSpPr>
        <p:spPr>
          <a:xfrm xmlns:a="http://schemas.openxmlformats.org/drawingml/2006/main">
            <a:off x="609600" y="64865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987" lnSpcReduction="10000"/>
          </a:bodyPr>
          <a:lstStyle xmlns:a="http://schemas.openxmlformats.org/drawingml/2006/main"/>
          <a:p xmlns:a="http://schemas.openxmlformats.org/drawingml/2006/main">
            <a:pPr>
              <a:buNone/>
              <a:defRPr sz="975" b="1">
                <a:solidFill>
                  <a:srgbClr val="5F667A"/>
                </a:solidFill>
                <a:latin typeface="Helvetica Neue"/>
                <a:ea typeface="Helvetica Neue"/>
                <a:cs typeface="Helvetica Neue"/>
              </a:defRPr>
            </a:pPr>
            <a:r>
              <a:rPr sz="975" b="1">
                <a:solidFill>
                  <a:srgbClr val="5F667A"/>
                </a:solidFill>
                <a:latin typeface="Helvetica Neue"/>
                <a:ea typeface="Helvetica Neue"/>
                <a:cs typeface="Helvetica Neue"/>
              </a:rPr>
              <a:t>RoleCallAI</a:t>
            </a:r>
          </a:p>
        </p:txBody>
      </p:sp>
      <p:sp>
        <p:nvSpPr>
          <p:cNvPr id="26" name="footer-number-4">
            <a:extLst xmlns:a="http://schemas.openxmlformats.org/drawingml/2006/main">
              <a:ext uri="{FF2B5EF4-FFF2-40B4-BE49-F238E27FC236}">
                <a16:creationId xmlns:a16="http://schemas.microsoft.com/office/drawing/2014/main" id="{58520DA6-4D1E-43DB-9B34-827B5585245D}"/>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987" lnSpcReduction="10000"/>
          </a:bodyPr>
          <a:lstStyle xmlns:a="http://schemas.openxmlformats.org/drawingml/2006/main"/>
          <a:p xmlns:a="http://schemas.openxmlformats.org/drawingml/2006/main">
            <a:pPr algn="r">
              <a:buNone/>
              <a:defRPr sz="975" b="1">
                <a:solidFill>
                  <a:srgbClr val="5F667A"/>
                </a:solidFill>
                <a:latin typeface="Helvetica Neue"/>
                <a:ea typeface="Helvetica Neue"/>
                <a:cs typeface="Helvetica Neue"/>
              </a:defRPr>
            </a:pPr>
            <a:r>
              <a:rPr sz="975" b="1">
                <a:solidFill>
                  <a:srgbClr val="5F667A"/>
                </a:solidFill>
                <a:latin typeface="Helvetica Neue"/>
                <a:ea typeface="Helvetica Neue"/>
                <a:cs typeface="Helvetica Neue"/>
              </a:rPr>
              <a:t>04</a:t>
            </a:r>
          </a:p>
        </p:txBody>
      </p:sp>
    </p:spTree>
    <p:extLst>
      <p:ext uri="{BB962C8B-B14F-4D97-AF65-F5344CB8AC3E}">
        <p14:creationId xmlns:p14="http://schemas.microsoft.com/office/powerpoint/2010/main" val="1165740853"/>
      </p:ext>
    </p:extLst>
  </p:cSld>
</p:sld>
</file>

<file path=ppt/slides/slide5.xml><?xml version="1.0" encoding="utf-8"?>
<p:sld xmlns:p="http://schemas.openxmlformats.org/presentationml/2006/main">
  <p:cSld>
    <p:bg>
      <p:bgPr>
        <a:solidFill xmlns:a="http://schemas.openxmlformats.org/drawingml/2006/main">
          <a:schemeClr val="tx1"/>
        </a:solidFill>
      </p:bgPr>
    </p:bg>
    <p:spTree>
      <p:nvGrpSpPr>
        <p:cNvPr id="1" name=""/>
        <p:cNvGrpSpPr/>
        <p:nvPr/>
      </p:nvGrpSpPr>
      <p:grpSpPr>
        <a:xfrm xmlns:a="http://schemas.openxmlformats.org/drawingml/2006/main"/>
      </p:grpSpPr>
      <p:sp>
        <p:nvSpPr>
          <p:cNvPr id="18" name="footer-number-3">
            <a:extLst xmlns:a="http://schemas.openxmlformats.org/drawingml/2006/main">
              <a:ext uri="{FF2B5EF4-FFF2-40B4-BE49-F238E27FC236}">
                <a16:creationId xmlns:a16="http://schemas.microsoft.com/office/drawing/2014/main" id="{D4C78770-F9E6-8FDD-7D90-A48BD1FDB2E3}"/>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987" lnSpcReduction="10000"/>
          </a:bodyPr>
          <a:lstStyle xmlns:a="http://schemas.openxmlformats.org/drawingml/2006/main"/>
          <a:p xmlns:a="http://schemas.openxmlformats.org/drawingml/2006/main">
            <a:pPr algn="r">
              <a:buNone/>
              <a:defRPr sz="975" b="1">
                <a:solidFill>
                  <a:srgbClr val="AEB5D5"/>
                </a:solidFill>
                <a:latin typeface="Helvetica Neue"/>
                <a:ea typeface="Helvetica Neue"/>
                <a:cs typeface="Helvetica Neue"/>
              </a:defRPr>
            </a:pPr>
            <a:r>
              <a:rPr sz="975" b="1">
                <a:solidFill>
                  <a:srgbClr val="AEB5D5"/>
                </a:solidFill>
                <a:latin typeface="Helvetica Neue"/>
                <a:ea typeface="Helvetica Neue"/>
                <a:cs typeface="Helvetica Neue"/>
              </a:rPr>
              <a:t>03</a:t>
            </a:r>
          </a:p>
        </p:txBody>
      </p:sp>
      <p:pic>
        <p:nvPicPr>
          <p:cNvPr id="21" name="Picture 21"/>
          <p:cNvPicPr>
            <a:picLocks xmlns:a="http://schemas.openxmlformats.org/drawingml/2006/main" noChangeAspect="1"/>
          </p:cNvPicPr>
          <p:nvPr/>
        </p:nvPicPr>
        <p:blipFill>
          <a:blip xmlns:r="http://schemas.openxmlformats.org/officeDocument/2006/relationships" xmlns:a="http://schemas.openxmlformats.org/drawingml/2006/main" r:embed="Rb2f688a9481d4672"/>
          <a:stretch xmlns:a="http://schemas.openxmlformats.org/drawingml/2006/main">
            <a:fillRect l="0" t="0" r="0" b="0"/>
          </a:stretch>
        </p:blipFill>
        <p:spPr>
          <a:xfrm xmlns:a="http://schemas.openxmlformats.org/drawingml/2006/main">
            <a:off x="3532051" y="100291"/>
            <a:ext cx="4815840" cy="6657417"/>
          </a:xfrm>
          <a:prstGeom xmlns:a="http://schemas.openxmlformats.org/drawingml/2006/main" prst="rect">
            <a:avLst/>
          </a:prstGeom>
        </p:spPr>
      </p:pic>
    </p:spTree>
    <p:extLst>
      <p:ext uri="{BB962C8B-B14F-4D97-AF65-F5344CB8AC3E}">
        <p14:creationId xmlns:p14="http://schemas.microsoft.com/office/powerpoint/2010/main" val="938156594"/>
      </p:ext>
    </p:extLst>
  </p:cSld>
</p:sld>
</file>

<file path=ppt/slides/slide6.xml><?xml version="1.0" encoding="utf-8"?>
<p:sld xmlns:p="http://schemas.openxmlformats.org/presentationml/2006/main">
  <p:cSld>
    <p:bg>
      <p:bgPr>
        <a:solidFill xmlns:a="http://schemas.openxmlformats.org/drawingml/2006/main">
          <a:srgbClr val="070B28"/>
        </a:solidFill>
      </p:bgPr>
    </p:bg>
    <p:spTree>
      <p:nvGrpSpPr>
        <p:cNvPr id="1" name=""/>
        <p:cNvGrpSpPr/>
        <p:nvPr/>
      </p:nvGrpSpPr>
      <p:grpSpPr>
        <a:xfrm xmlns:a="http://schemas.openxmlformats.org/drawingml/2006/main"/>
      </p:grpSpPr>
      <p:sp>
        <p:nvSpPr>
          <p:cNvPr id="38" name="eyebrow">
            <a:extLst xmlns:a="http://schemas.openxmlformats.org/drawingml/2006/main">
              <a:ext uri="{FF2B5EF4-FFF2-40B4-BE49-F238E27FC236}">
                <a16:creationId xmlns:a16="http://schemas.microsoft.com/office/drawing/2014/main" id="{A6657D61-654F-40B9-BA2F-0216A435EC35}"/>
              </a:ext>
            </a:extLst>
          </p:cNvPr>
          <p:cNvSpPr>
            <a:spLocks xmlns:a="http://schemas.openxmlformats.org/drawingml/2006/main" noGrp="1"/>
          </p:cNvSpPr>
          <p:nvPr/>
        </p:nvSpPr>
        <p:spPr>
          <a:xfrm xmlns:a="http://schemas.openxmlformats.org/drawingml/2006/main">
            <a:off x="609600" y="3429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buNone/>
              <a:defRPr sz="1200" b="1">
                <a:solidFill>
                  <a:srgbClr val="68E2BE"/>
                </a:solidFill>
                <a:latin typeface="Helvetica Neue"/>
                <a:ea typeface="Helvetica Neue"/>
                <a:cs typeface="Helvetica Neue"/>
              </a:defRPr>
            </a:pPr>
            <a:r>
              <a:rPr sz="1200" b="1">
                <a:solidFill>
                  <a:srgbClr val="68E2BE"/>
                </a:solidFill>
                <a:latin typeface="Helvetica Neue"/>
                <a:ea typeface="Helvetica Neue"/>
                <a:cs typeface="Helvetica Neue"/>
              </a:rPr>
              <a:t>ARCHITECTURE</a:t>
            </a:r>
          </a:p>
        </p:txBody>
      </p:sp>
      <p:sp>
        <p:nvSpPr>
          <p:cNvPr id="2" name="slide-title">
            <a:extLst xmlns:a="http://schemas.openxmlformats.org/drawingml/2006/main">
              <a:ext uri="{FF2B5EF4-FFF2-40B4-BE49-F238E27FC236}">
                <a16:creationId xmlns:a16="http://schemas.microsoft.com/office/drawing/2014/main" id="{BE9D6463-6B49-4846-AD2D-0053386C7F93}"/>
              </a:ext>
            </a:extLst>
          </p:cNvPr>
          <p:cNvSpPr>
            <a:spLocks xmlns:a="http://schemas.openxmlformats.org/drawingml/2006/main" noGrp="1"/>
          </p:cNvSpPr>
          <p:nvPr/>
        </p:nvSpPr>
        <p:spPr>
          <a:xfrm xmlns:a="http://schemas.openxmlformats.org/drawingml/2006/main">
            <a:off x="609600" y="685800"/>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buNone/>
              <a:defRPr sz="3225" b="1">
                <a:solidFill>
                  <a:srgbClr val="FFFFFF"/>
                </a:solidFill>
                <a:latin typeface="Helvetica Neue"/>
                <a:ea typeface="Helvetica Neue"/>
                <a:cs typeface="Helvetica Neue"/>
              </a:defRPr>
            </a:pPr>
            <a:r>
              <a:rPr sz="3225" b="1">
                <a:solidFill>
                  <a:srgbClr val="FFFFFF"/>
                </a:solidFill>
                <a:latin typeface="Helvetica Neue"/>
                <a:ea typeface="Helvetica Neue"/>
                <a:cs typeface="Helvetica Neue"/>
              </a:rPr>
              <a:t>Deterministic control keeps a live agent reliable.</a:t>
            </a:r>
          </a:p>
        </p:txBody>
      </p:sp>
      <p:sp>
        <p:nvSpPr>
          <p:cNvPr id="3" name="architecture-arrow-0">
            <a:extLst xmlns:a="http://schemas.openxmlformats.org/drawingml/2006/main">
              <a:ext uri="{FF2B5EF4-FFF2-40B4-BE49-F238E27FC236}">
                <a16:creationId xmlns:a16="http://schemas.microsoft.com/office/drawing/2014/main" id="{16C9571C-D1FB-4CA4-BB9B-030C91B13BA8}"/>
              </a:ext>
            </a:extLst>
          </p:cNvPr>
          <p:cNvSpPr>
            <a:spLocks xmlns:a="http://schemas.openxmlformats.org/drawingml/2006/main" noGrp="1"/>
          </p:cNvSpPr>
          <p:nvPr/>
        </p:nvSpPr>
        <p:spPr>
          <a:xfrm xmlns:a="http://schemas.openxmlformats.org/drawingml/2006/main">
            <a:off x="2114550" y="2628900"/>
            <a:ext cx="495300" cy="190500"/>
          </a:xfrm>
          <a:prstGeom xmlns:a="http://schemas.openxmlformats.org/drawingml/2006/main" prst="rightArrow">
            <a:avLst/>
          </a:prstGeom>
          <a:solidFill xmlns:a="http://schemas.openxmlformats.org/drawingml/2006/main">
            <a:srgbClr val="68E2B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architecture-arrow-1">
            <a:extLst xmlns:a="http://schemas.openxmlformats.org/drawingml/2006/main">
              <a:ext uri="{FF2B5EF4-FFF2-40B4-BE49-F238E27FC236}">
                <a16:creationId xmlns:a16="http://schemas.microsoft.com/office/drawing/2014/main" id="{9EF8AE17-D485-4885-9B4C-E7874DBC14D0}"/>
              </a:ext>
            </a:extLst>
          </p:cNvPr>
          <p:cNvSpPr>
            <a:spLocks xmlns:a="http://schemas.openxmlformats.org/drawingml/2006/main" noGrp="1"/>
          </p:cNvSpPr>
          <p:nvPr/>
        </p:nvSpPr>
        <p:spPr>
          <a:xfrm xmlns:a="http://schemas.openxmlformats.org/drawingml/2006/main">
            <a:off x="4381500" y="2628900"/>
            <a:ext cx="495300" cy="190500"/>
          </a:xfrm>
          <a:prstGeom xmlns:a="http://schemas.openxmlformats.org/drawingml/2006/main" prst="rightArrow">
            <a:avLst/>
          </a:prstGeom>
          <a:solidFill xmlns:a="http://schemas.openxmlformats.org/drawingml/2006/main">
            <a:srgbClr val="68E2B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architecture-arrow-2">
            <a:extLst xmlns:a="http://schemas.openxmlformats.org/drawingml/2006/main">
              <a:ext uri="{FF2B5EF4-FFF2-40B4-BE49-F238E27FC236}">
                <a16:creationId xmlns:a16="http://schemas.microsoft.com/office/drawing/2014/main" id="{C1CED6B7-7724-4680-94CC-CF66F75C2A4C}"/>
              </a:ext>
            </a:extLst>
          </p:cNvPr>
          <p:cNvSpPr>
            <a:spLocks xmlns:a="http://schemas.openxmlformats.org/drawingml/2006/main" noGrp="1"/>
          </p:cNvSpPr>
          <p:nvPr/>
        </p:nvSpPr>
        <p:spPr>
          <a:xfrm xmlns:a="http://schemas.openxmlformats.org/drawingml/2006/main">
            <a:off x="6667500" y="2628900"/>
            <a:ext cx="495300" cy="190500"/>
          </a:xfrm>
          <a:prstGeom xmlns:a="http://schemas.openxmlformats.org/drawingml/2006/main" prst="rightArrow">
            <a:avLst/>
          </a:prstGeom>
          <a:solidFill xmlns:a="http://schemas.openxmlformats.org/drawingml/2006/main">
            <a:srgbClr val="68E2B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architecture-arrow-3">
            <a:extLst xmlns:a="http://schemas.openxmlformats.org/drawingml/2006/main">
              <a:ext uri="{FF2B5EF4-FFF2-40B4-BE49-F238E27FC236}">
                <a16:creationId xmlns:a16="http://schemas.microsoft.com/office/drawing/2014/main" id="{E17EF029-19E1-4A67-A488-FEF483999AF1}"/>
              </a:ext>
            </a:extLst>
          </p:cNvPr>
          <p:cNvSpPr>
            <a:spLocks xmlns:a="http://schemas.openxmlformats.org/drawingml/2006/main" noGrp="1"/>
          </p:cNvSpPr>
          <p:nvPr/>
        </p:nvSpPr>
        <p:spPr>
          <a:xfrm xmlns:a="http://schemas.openxmlformats.org/drawingml/2006/main">
            <a:off x="8953500" y="2628900"/>
            <a:ext cx="495300" cy="190500"/>
          </a:xfrm>
          <a:prstGeom xmlns:a="http://schemas.openxmlformats.org/drawingml/2006/main" prst="rightArrow">
            <a:avLst/>
          </a:prstGeom>
          <a:solidFill xmlns:a="http://schemas.openxmlformats.org/drawingml/2006/main">
            <a:srgbClr val="68E2B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architecture-arrow-4">
            <a:extLst xmlns:a="http://schemas.openxmlformats.org/drawingml/2006/main">
              <a:ext uri="{FF2B5EF4-FFF2-40B4-BE49-F238E27FC236}">
                <a16:creationId xmlns:a16="http://schemas.microsoft.com/office/drawing/2014/main" id="{591803B3-2EB7-4925-8648-3D8F73CB0C2C}"/>
              </a:ext>
            </a:extLst>
          </p:cNvPr>
          <p:cNvSpPr>
            <a:spLocks xmlns:a="http://schemas.openxmlformats.org/drawingml/2006/main" noGrp="1"/>
          </p:cNvSpPr>
          <p:nvPr/>
        </p:nvSpPr>
        <p:spPr>
          <a:xfrm xmlns:a="http://schemas.openxmlformats.org/drawingml/2006/main">
            <a:off x="3371850" y="3590925"/>
            <a:ext cx="171450" cy="495300"/>
          </a:xfrm>
          <a:prstGeom xmlns:a="http://schemas.openxmlformats.org/drawingml/2006/main" prst="downArrow">
            <a:avLst/>
          </a:prstGeom>
          <a:solidFill xmlns:a="http://schemas.openxmlformats.org/drawingml/2006/main">
            <a:srgbClr val="8A7C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architecture-arrow-5">
            <a:extLst xmlns:a="http://schemas.openxmlformats.org/drawingml/2006/main">
              <a:ext uri="{FF2B5EF4-FFF2-40B4-BE49-F238E27FC236}">
                <a16:creationId xmlns:a16="http://schemas.microsoft.com/office/drawing/2014/main" id="{40CCC31A-5E4E-481E-BBD7-F1C304864EF8}"/>
              </a:ext>
            </a:extLst>
          </p:cNvPr>
          <p:cNvSpPr>
            <a:spLocks xmlns:a="http://schemas.openxmlformats.org/drawingml/2006/main" noGrp="1"/>
          </p:cNvSpPr>
          <p:nvPr/>
        </p:nvSpPr>
        <p:spPr>
          <a:xfrm xmlns:a="http://schemas.openxmlformats.org/drawingml/2006/main">
            <a:off x="7915275" y="3590925"/>
            <a:ext cx="171450" cy="495300"/>
          </a:xfrm>
          <a:prstGeom xmlns:a="http://schemas.openxmlformats.org/drawingml/2006/main" prst="downArrow">
            <a:avLst/>
          </a:prstGeom>
          <a:solidFill xmlns:a="http://schemas.openxmlformats.org/drawingml/2006/main">
            <a:srgbClr val="8A7C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architecture-arrow-6">
            <a:extLst xmlns:a="http://schemas.openxmlformats.org/drawingml/2006/main">
              <a:ext uri="{FF2B5EF4-FFF2-40B4-BE49-F238E27FC236}">
                <a16:creationId xmlns:a16="http://schemas.microsoft.com/office/drawing/2014/main" id="{18636BDB-E7DC-4FA1-AE4A-BB54418273AB}"/>
              </a:ext>
            </a:extLst>
          </p:cNvPr>
          <p:cNvSpPr>
            <a:spLocks xmlns:a="http://schemas.openxmlformats.org/drawingml/2006/main" noGrp="1"/>
          </p:cNvSpPr>
          <p:nvPr/>
        </p:nvSpPr>
        <p:spPr>
          <a:xfrm xmlns:a="http://schemas.openxmlformats.org/drawingml/2006/main">
            <a:off x="10287000" y="3590925"/>
            <a:ext cx="171450" cy="495300"/>
          </a:xfrm>
          <a:prstGeom xmlns:a="http://schemas.openxmlformats.org/drawingml/2006/main" prst="upArrow">
            <a:avLst/>
          </a:prstGeom>
          <a:solidFill xmlns:a="http://schemas.openxmlformats.org/drawingml/2006/main">
            <a:srgbClr val="8A7C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0" name="browser-box">
            <a:extLst xmlns:a="http://schemas.openxmlformats.org/drawingml/2006/main">
              <a:ext uri="{FF2B5EF4-FFF2-40B4-BE49-F238E27FC236}">
                <a16:creationId xmlns:a16="http://schemas.microsoft.com/office/drawing/2014/main" id="{98BC582E-81E2-471B-B768-482818A203ED}"/>
              </a:ext>
            </a:extLst>
          </p:cNvPr>
          <p:cNvSpPr>
            <a:spLocks xmlns:a="http://schemas.openxmlformats.org/drawingml/2006/main" noGrp="1"/>
          </p:cNvSpPr>
          <p:nvPr/>
        </p:nvSpPr>
        <p:spPr>
          <a:xfrm xmlns:a="http://schemas.openxmlformats.org/drawingml/2006/main">
            <a:off x="514350" y="2152650"/>
            <a:ext cx="1600200" cy="1143000"/>
          </a:xfrm>
          <a:prstGeom xmlns:a="http://schemas.openxmlformats.org/drawingml/2006/main" prst="roundRect">
            <a:avLst>
              <a:gd name="adj" fmla="val 11667"/>
            </a:avLst>
          </a:prstGeom>
          <a:solidFill xmlns:a="http://schemas.openxmlformats.org/drawingml/2006/main">
            <a:srgbClr val="141B48"/>
          </a:solidFill>
          <a:ln xmlns:a="http://schemas.openxmlformats.org/drawingml/2006/main" w="19050">
            <a:solidFill>
              <a:srgbClr val="67C9F5"/>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browser-label">
            <a:extLst xmlns:a="http://schemas.openxmlformats.org/drawingml/2006/main">
              <a:ext uri="{FF2B5EF4-FFF2-40B4-BE49-F238E27FC236}">
                <a16:creationId xmlns:a16="http://schemas.microsoft.com/office/drawing/2014/main" id="{9570D9F3-1A24-4851-9699-AA7762A7ECAA}"/>
              </a:ext>
            </a:extLst>
          </p:cNvPr>
          <p:cNvSpPr>
            <a:spLocks xmlns:a="http://schemas.openxmlformats.org/drawingml/2006/main" noGrp="1"/>
          </p:cNvSpPr>
          <p:nvPr/>
        </p:nvSpPr>
        <p:spPr>
          <a:xfrm xmlns:a="http://schemas.openxmlformats.org/drawingml/2006/main">
            <a:off x="647700" y="2276475"/>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08"/>
          </a:bodyPr>
          <a:lstStyle xmlns:a="http://schemas.openxmlformats.org/drawingml/2006/main"/>
          <a:p xmlns:a="http://schemas.openxmlformats.org/drawingml/2006/main">
            <a:pPr algn="ctr">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Browser clients</a:t>
            </a:r>
          </a:p>
        </p:txBody>
      </p:sp>
      <p:sp>
        <p:nvSpPr>
          <p:cNvPr id="12" name="browser-sub">
            <a:extLst xmlns:a="http://schemas.openxmlformats.org/drawingml/2006/main">
              <a:ext uri="{FF2B5EF4-FFF2-40B4-BE49-F238E27FC236}">
                <a16:creationId xmlns:a16="http://schemas.microsoft.com/office/drawing/2014/main" id="{ACB611C6-FC37-48B5-9187-2CBE5B815A6E}"/>
              </a:ext>
            </a:extLst>
          </p:cNvPr>
          <p:cNvSpPr>
            <a:spLocks xmlns:a="http://schemas.openxmlformats.org/drawingml/2006/main" noGrp="1"/>
          </p:cNvSpPr>
          <p:nvPr/>
        </p:nvSpPr>
        <p:spPr>
          <a:xfrm xmlns:a="http://schemas.openxmlformats.org/drawingml/2006/main">
            <a:off x="628650" y="2581275"/>
            <a:ext cx="1371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ctr">
              <a:buNone/>
              <a:defRPr sz="975">
                <a:solidFill>
                  <a:srgbClr val="C8CEE9"/>
                </a:solidFill>
                <a:latin typeface="Helvetica Neue"/>
                <a:ea typeface="Helvetica Neue"/>
                <a:cs typeface="Helvetica Neue"/>
              </a:defRPr>
            </a:pPr>
            <a:r>
              <a:rPr sz="975">
                <a:solidFill>
                  <a:srgbClr val="C8CEE9"/>
                </a:solidFill>
                <a:latin typeface="Helvetica Neue"/>
                <a:ea typeface="Helvetica Neue"/>
                <a:cs typeface="Helvetica Neue"/>
              </a:rPr>
              <a:t>Admin + 2–10 participants</a:t>
            </a:r>
          </a:p>
        </p:txBody>
      </p:sp>
      <p:sp>
        <p:nvSpPr>
          <p:cNvPr id="13" name="control-box">
            <a:extLst xmlns:a="http://schemas.openxmlformats.org/drawingml/2006/main">
              <a:ext uri="{FF2B5EF4-FFF2-40B4-BE49-F238E27FC236}">
                <a16:creationId xmlns:a16="http://schemas.microsoft.com/office/drawing/2014/main" id="{54A0DA2A-00FD-4F2E-8002-45565D199B8D}"/>
              </a:ext>
            </a:extLst>
          </p:cNvPr>
          <p:cNvSpPr>
            <a:spLocks xmlns:a="http://schemas.openxmlformats.org/drawingml/2006/main" noGrp="1"/>
          </p:cNvSpPr>
          <p:nvPr/>
        </p:nvSpPr>
        <p:spPr>
          <a:xfrm xmlns:a="http://schemas.openxmlformats.org/drawingml/2006/main">
            <a:off x="2609850" y="2152650"/>
            <a:ext cx="1771650" cy="1143000"/>
          </a:xfrm>
          <a:prstGeom xmlns:a="http://schemas.openxmlformats.org/drawingml/2006/main" prst="roundRect">
            <a:avLst>
              <a:gd name="adj" fmla="val 11667"/>
            </a:avLst>
          </a:prstGeom>
          <a:solidFill xmlns:a="http://schemas.openxmlformats.org/drawingml/2006/main">
            <a:srgbClr val="141B48"/>
          </a:solidFill>
          <a:ln xmlns:a="http://schemas.openxmlformats.org/drawingml/2006/main" w="19050">
            <a:solidFill>
              <a:srgbClr val="68E2BE"/>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control-label">
            <a:extLst xmlns:a="http://schemas.openxmlformats.org/drawingml/2006/main">
              <a:ext uri="{FF2B5EF4-FFF2-40B4-BE49-F238E27FC236}">
                <a16:creationId xmlns:a16="http://schemas.microsoft.com/office/drawing/2014/main" id="{A0DF9307-C5D1-41A3-983B-D36807674B41}"/>
              </a:ext>
            </a:extLst>
          </p:cNvPr>
          <p:cNvSpPr>
            <a:spLocks xmlns:a="http://schemas.openxmlformats.org/drawingml/2006/main" noGrp="1"/>
          </p:cNvSpPr>
          <p:nvPr/>
        </p:nvSpPr>
        <p:spPr>
          <a:xfrm xmlns:a="http://schemas.openxmlformats.org/drawingml/2006/main">
            <a:off x="2743200" y="2276475"/>
            <a:ext cx="150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74" lnSpcReduction="10000"/>
          </a:bodyPr>
          <a:lstStyle xmlns:a="http://schemas.openxmlformats.org/drawingml/2006/main"/>
          <a:p xmlns:a="http://schemas.openxmlformats.org/drawingml/2006/main">
            <a:pPr algn="ctr">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Cloud Run</a:t>
            </a:r>
          </a:p>
        </p:txBody>
      </p:sp>
      <p:sp>
        <p:nvSpPr>
          <p:cNvPr id="15" name="control-sub">
            <a:extLst xmlns:a="http://schemas.openxmlformats.org/drawingml/2006/main">
              <a:ext uri="{FF2B5EF4-FFF2-40B4-BE49-F238E27FC236}">
                <a16:creationId xmlns:a16="http://schemas.microsoft.com/office/drawing/2014/main" id="{E9B9A4A3-531E-4DF9-877F-13FF532D314D}"/>
              </a:ext>
            </a:extLst>
          </p:cNvPr>
          <p:cNvSpPr>
            <a:spLocks xmlns:a="http://schemas.openxmlformats.org/drawingml/2006/main" noGrp="1"/>
          </p:cNvSpPr>
          <p:nvPr/>
        </p:nvSpPr>
        <p:spPr>
          <a:xfrm xmlns:a="http://schemas.openxmlformats.org/drawingml/2006/main">
            <a:off x="2724150" y="25812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ctr">
              <a:buNone/>
              <a:defRPr sz="975">
                <a:solidFill>
                  <a:srgbClr val="C8CEE9"/>
                </a:solidFill>
                <a:latin typeface="Helvetica Neue"/>
                <a:ea typeface="Helvetica Neue"/>
                <a:cs typeface="Helvetica Neue"/>
              </a:defRPr>
            </a:pPr>
            <a:r>
              <a:rPr sz="975">
                <a:solidFill>
                  <a:srgbClr val="C8CEE9"/>
                </a:solidFill>
                <a:latin typeface="Helvetica Neue"/>
                <a:ea typeface="Helvetica Neue"/>
                <a:cs typeface="Helvetica Neue"/>
              </a:rPr>
              <a:t>React UI + FastAPI control plane</a:t>
            </a:r>
          </a:p>
        </p:txBody>
      </p:sp>
      <p:sp>
        <p:nvSpPr>
          <p:cNvPr id="16" name="livekit-box">
            <a:extLst xmlns:a="http://schemas.openxmlformats.org/drawingml/2006/main">
              <a:ext uri="{FF2B5EF4-FFF2-40B4-BE49-F238E27FC236}">
                <a16:creationId xmlns:a16="http://schemas.microsoft.com/office/drawing/2014/main" id="{8B0CA9C0-9DEA-433D-9294-AECD58D972C0}"/>
              </a:ext>
            </a:extLst>
          </p:cNvPr>
          <p:cNvSpPr>
            <a:spLocks xmlns:a="http://schemas.openxmlformats.org/drawingml/2006/main" noGrp="1"/>
          </p:cNvSpPr>
          <p:nvPr/>
        </p:nvSpPr>
        <p:spPr>
          <a:xfrm xmlns:a="http://schemas.openxmlformats.org/drawingml/2006/main">
            <a:off x="4876800" y="2152650"/>
            <a:ext cx="1790700" cy="1143000"/>
          </a:xfrm>
          <a:prstGeom xmlns:a="http://schemas.openxmlformats.org/drawingml/2006/main" prst="roundRect">
            <a:avLst>
              <a:gd name="adj" fmla="val 11667"/>
            </a:avLst>
          </a:prstGeom>
          <a:solidFill xmlns:a="http://schemas.openxmlformats.org/drawingml/2006/main">
            <a:srgbClr val="141B48"/>
          </a:solidFill>
          <a:ln xmlns:a="http://schemas.openxmlformats.org/drawingml/2006/main" w="19050">
            <a:solidFill>
              <a:srgbClr val="8A7CF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livekit-label">
            <a:extLst xmlns:a="http://schemas.openxmlformats.org/drawingml/2006/main">
              <a:ext uri="{FF2B5EF4-FFF2-40B4-BE49-F238E27FC236}">
                <a16:creationId xmlns:a16="http://schemas.microsoft.com/office/drawing/2014/main" id="{96584683-E2AB-47DF-BC10-9437BFBF0BD6}"/>
              </a:ext>
            </a:extLst>
          </p:cNvPr>
          <p:cNvSpPr>
            <a:spLocks xmlns:a="http://schemas.openxmlformats.org/drawingml/2006/main" noGrp="1"/>
          </p:cNvSpPr>
          <p:nvPr/>
        </p:nvSpPr>
        <p:spPr>
          <a:xfrm xmlns:a="http://schemas.openxmlformats.org/drawingml/2006/main">
            <a:off x="5010150" y="227647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74" lnSpcReduction="10000"/>
          </a:bodyPr>
          <a:lstStyle xmlns:a="http://schemas.openxmlformats.org/drawingml/2006/main"/>
          <a:p xmlns:a="http://schemas.openxmlformats.org/drawingml/2006/main">
            <a:pPr algn="ctr">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GKE + LiveKit</a:t>
            </a:r>
          </a:p>
        </p:txBody>
      </p:sp>
      <p:sp>
        <p:nvSpPr>
          <p:cNvPr id="18" name="livekit-sub">
            <a:extLst xmlns:a="http://schemas.openxmlformats.org/drawingml/2006/main">
              <a:ext uri="{FF2B5EF4-FFF2-40B4-BE49-F238E27FC236}">
                <a16:creationId xmlns:a16="http://schemas.microsoft.com/office/drawing/2014/main" id="{EB94D039-553B-4E57-955D-53B48E625E49}"/>
              </a:ext>
            </a:extLst>
          </p:cNvPr>
          <p:cNvSpPr>
            <a:spLocks xmlns:a="http://schemas.openxmlformats.org/drawingml/2006/main" noGrp="1"/>
          </p:cNvSpPr>
          <p:nvPr/>
        </p:nvSpPr>
        <p:spPr>
          <a:xfrm xmlns:a="http://schemas.openxmlformats.org/drawingml/2006/main">
            <a:off x="4991100" y="2581275"/>
            <a:ext cx="1562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ctr">
              <a:buNone/>
              <a:defRPr sz="975">
                <a:solidFill>
                  <a:srgbClr val="C8CEE9"/>
                </a:solidFill>
                <a:latin typeface="Helvetica Neue"/>
                <a:ea typeface="Helvetica Neue"/>
                <a:cs typeface="Helvetica Neue"/>
              </a:defRPr>
            </a:pPr>
            <a:r>
              <a:rPr sz="975">
                <a:solidFill>
                  <a:srgbClr val="C8CEE9"/>
                </a:solidFill>
                <a:latin typeface="Helvetica Neue"/>
                <a:ea typeface="Helvetica Neue"/>
                <a:cs typeface="Helvetica Neue"/>
              </a:rPr>
              <a:t>WebRTC audio and server-enforced floor</a:t>
            </a:r>
          </a:p>
        </p:txBody>
      </p:sp>
      <p:sp>
        <p:nvSpPr>
          <p:cNvPr id="19" name="worker-box">
            <a:extLst xmlns:a="http://schemas.openxmlformats.org/drawingml/2006/main">
              <a:ext uri="{FF2B5EF4-FFF2-40B4-BE49-F238E27FC236}">
                <a16:creationId xmlns:a16="http://schemas.microsoft.com/office/drawing/2014/main" id="{1114D02F-1397-4834-9E96-1CB1468B4AB6}"/>
              </a:ext>
            </a:extLst>
          </p:cNvPr>
          <p:cNvSpPr>
            <a:spLocks xmlns:a="http://schemas.openxmlformats.org/drawingml/2006/main" noGrp="1"/>
          </p:cNvSpPr>
          <p:nvPr/>
        </p:nvSpPr>
        <p:spPr>
          <a:xfrm xmlns:a="http://schemas.openxmlformats.org/drawingml/2006/main">
            <a:off x="7162800" y="2152650"/>
            <a:ext cx="1790700" cy="1143000"/>
          </a:xfrm>
          <a:prstGeom xmlns:a="http://schemas.openxmlformats.org/drawingml/2006/main" prst="roundRect">
            <a:avLst>
              <a:gd name="adj" fmla="val 11667"/>
            </a:avLst>
          </a:prstGeom>
          <a:solidFill xmlns:a="http://schemas.openxmlformats.org/drawingml/2006/main">
            <a:srgbClr val="141B48"/>
          </a:solidFill>
          <a:ln xmlns:a="http://schemas.openxmlformats.org/drawingml/2006/main" w="19050">
            <a:solidFill>
              <a:srgbClr val="FF857C"/>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worker-label">
            <a:extLst xmlns:a="http://schemas.openxmlformats.org/drawingml/2006/main">
              <a:ext uri="{FF2B5EF4-FFF2-40B4-BE49-F238E27FC236}">
                <a16:creationId xmlns:a16="http://schemas.microsoft.com/office/drawing/2014/main" id="{B64179C1-271C-436F-B06A-7C42B77FC59B}"/>
              </a:ext>
            </a:extLst>
          </p:cNvPr>
          <p:cNvSpPr>
            <a:spLocks xmlns:a="http://schemas.openxmlformats.org/drawingml/2006/main" noGrp="1"/>
          </p:cNvSpPr>
          <p:nvPr/>
        </p:nvSpPr>
        <p:spPr>
          <a:xfrm xmlns:a="http://schemas.openxmlformats.org/drawingml/2006/main">
            <a:off x="7296150" y="227647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350"/>
          </a:bodyPr>
          <a:lstStyle xmlns:a="http://schemas.openxmlformats.org/drawingml/2006/main"/>
          <a:p xmlns:a="http://schemas.openxmlformats.org/drawingml/2006/main">
            <a:pPr algn="ctr">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ADK voice worker</a:t>
            </a:r>
          </a:p>
        </p:txBody>
      </p:sp>
      <p:sp>
        <p:nvSpPr>
          <p:cNvPr id="21" name="worker-sub">
            <a:extLst xmlns:a="http://schemas.openxmlformats.org/drawingml/2006/main">
              <a:ext uri="{FF2B5EF4-FFF2-40B4-BE49-F238E27FC236}">
                <a16:creationId xmlns:a16="http://schemas.microsoft.com/office/drawing/2014/main" id="{0E208FCC-2849-408D-A626-7DBFE8B77F55}"/>
              </a:ext>
            </a:extLst>
          </p:cNvPr>
          <p:cNvSpPr>
            <a:spLocks xmlns:a="http://schemas.openxmlformats.org/drawingml/2006/main" noGrp="1"/>
          </p:cNvSpPr>
          <p:nvPr/>
        </p:nvSpPr>
        <p:spPr>
          <a:xfrm xmlns:a="http://schemas.openxmlformats.org/drawingml/2006/main">
            <a:off x="7277100" y="2581275"/>
            <a:ext cx="1562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ctr">
              <a:buNone/>
              <a:defRPr sz="975">
                <a:solidFill>
                  <a:srgbClr val="C8CEE9"/>
                </a:solidFill>
                <a:latin typeface="Helvetica Neue"/>
                <a:ea typeface="Helvetica Neue"/>
                <a:cs typeface="Helvetica Neue"/>
              </a:defRPr>
            </a:pPr>
            <a:r>
              <a:rPr sz="975">
                <a:solidFill>
                  <a:srgbClr val="C8CEE9"/>
                </a:solidFill>
                <a:latin typeface="Helvetica Neue"/>
                <a:ea typeface="Helvetica Neue"/>
                <a:cs typeface="Helvetica Neue"/>
              </a:rPr>
              <a:t>Bounded audio bridge + validated tools</a:t>
            </a:r>
          </a:p>
        </p:txBody>
      </p:sp>
      <p:sp>
        <p:nvSpPr>
          <p:cNvPr id="22" name="gemini-box">
            <a:extLst xmlns:a="http://schemas.openxmlformats.org/drawingml/2006/main">
              <a:ext uri="{FF2B5EF4-FFF2-40B4-BE49-F238E27FC236}">
                <a16:creationId xmlns:a16="http://schemas.microsoft.com/office/drawing/2014/main" id="{36951935-94C6-4491-8939-36F5F4D0F89B}"/>
              </a:ext>
            </a:extLst>
          </p:cNvPr>
          <p:cNvSpPr>
            <a:spLocks xmlns:a="http://schemas.openxmlformats.org/drawingml/2006/main" noGrp="1"/>
          </p:cNvSpPr>
          <p:nvPr/>
        </p:nvSpPr>
        <p:spPr>
          <a:xfrm xmlns:a="http://schemas.openxmlformats.org/drawingml/2006/main">
            <a:off x="9448800" y="2152650"/>
            <a:ext cx="1790700" cy="1143000"/>
          </a:xfrm>
          <a:prstGeom xmlns:a="http://schemas.openxmlformats.org/drawingml/2006/main" prst="roundRect">
            <a:avLst>
              <a:gd name="adj" fmla="val 11667"/>
            </a:avLst>
          </a:prstGeom>
          <a:solidFill xmlns:a="http://schemas.openxmlformats.org/drawingml/2006/main">
            <a:srgbClr val="141B48"/>
          </a:solidFill>
          <a:ln xmlns:a="http://schemas.openxmlformats.org/drawingml/2006/main" w="19050">
            <a:solidFill>
              <a:srgbClr val="68E2BE"/>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gemini-label">
            <a:extLst xmlns:a="http://schemas.openxmlformats.org/drawingml/2006/main">
              <a:ext uri="{FF2B5EF4-FFF2-40B4-BE49-F238E27FC236}">
                <a16:creationId xmlns:a16="http://schemas.microsoft.com/office/drawing/2014/main" id="{767FDD1C-2385-4738-9A2B-345945DF21DD}"/>
              </a:ext>
            </a:extLst>
          </p:cNvPr>
          <p:cNvSpPr>
            <a:spLocks xmlns:a="http://schemas.openxmlformats.org/drawingml/2006/main" noGrp="1"/>
          </p:cNvSpPr>
          <p:nvPr/>
        </p:nvSpPr>
        <p:spPr>
          <a:xfrm xmlns:a="http://schemas.openxmlformats.org/drawingml/2006/main">
            <a:off x="9582150" y="227647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74" lnSpcReduction="10000"/>
          </a:bodyPr>
          <a:lstStyle xmlns:a="http://schemas.openxmlformats.org/drawingml/2006/main"/>
          <a:p xmlns:a="http://schemas.openxmlformats.org/drawingml/2006/main">
            <a:pPr algn="ctr">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Vertex AI</a:t>
            </a:r>
          </a:p>
        </p:txBody>
      </p:sp>
      <p:sp>
        <p:nvSpPr>
          <p:cNvPr id="24" name="gemini-sub">
            <a:extLst xmlns:a="http://schemas.openxmlformats.org/drawingml/2006/main">
              <a:ext uri="{FF2B5EF4-FFF2-40B4-BE49-F238E27FC236}">
                <a16:creationId xmlns:a16="http://schemas.microsoft.com/office/drawing/2014/main" id="{539CE768-A2F7-4491-8CBE-575EB825165C}"/>
              </a:ext>
            </a:extLst>
          </p:cNvPr>
          <p:cNvSpPr>
            <a:spLocks xmlns:a="http://schemas.openxmlformats.org/drawingml/2006/main" noGrp="1"/>
          </p:cNvSpPr>
          <p:nvPr/>
        </p:nvSpPr>
        <p:spPr>
          <a:xfrm xmlns:a="http://schemas.openxmlformats.org/drawingml/2006/main">
            <a:off x="9563100" y="2581275"/>
            <a:ext cx="1562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ctr">
              <a:buNone/>
              <a:defRPr sz="975">
                <a:solidFill>
                  <a:srgbClr val="C8CEE9"/>
                </a:solidFill>
                <a:latin typeface="Helvetica Neue"/>
                <a:ea typeface="Helvetica Neue"/>
                <a:cs typeface="Helvetica Neue"/>
              </a:defRPr>
            </a:pPr>
            <a:r>
              <a:rPr sz="975">
                <a:solidFill>
                  <a:srgbClr val="C8CEE9"/>
                </a:solidFill>
                <a:latin typeface="Helvetica Neue"/>
                <a:ea typeface="Helvetica Neue"/>
                <a:cs typeface="Helvetica Neue"/>
              </a:rPr>
              <a:t>Gemini Live native-audio</a:t>
            </a:r>
          </a:p>
        </p:txBody>
      </p:sp>
      <p:sp>
        <p:nvSpPr>
          <p:cNvPr id="25" name="firestore-box">
            <a:extLst xmlns:a="http://schemas.openxmlformats.org/drawingml/2006/main">
              <a:ext uri="{FF2B5EF4-FFF2-40B4-BE49-F238E27FC236}">
                <a16:creationId xmlns:a16="http://schemas.microsoft.com/office/drawing/2014/main" id="{F370BD76-D6DF-4464-95AF-94A90BBA9F2C}"/>
              </a:ext>
            </a:extLst>
          </p:cNvPr>
          <p:cNvSpPr>
            <a:spLocks xmlns:a="http://schemas.openxmlformats.org/drawingml/2006/main" noGrp="1"/>
          </p:cNvSpPr>
          <p:nvPr/>
        </p:nvSpPr>
        <p:spPr>
          <a:xfrm xmlns:a="http://schemas.openxmlformats.org/drawingml/2006/main">
            <a:off x="2609850" y="4095750"/>
            <a:ext cx="1771650" cy="990600"/>
          </a:xfrm>
          <a:prstGeom xmlns:a="http://schemas.openxmlformats.org/drawingml/2006/main" prst="roundRect">
            <a:avLst>
              <a:gd name="adj" fmla="val 13462"/>
            </a:avLst>
          </a:prstGeom>
          <a:solidFill xmlns:a="http://schemas.openxmlformats.org/drawingml/2006/main">
            <a:srgbClr val="111735"/>
          </a:solidFill>
          <a:ln xmlns:a="http://schemas.openxmlformats.org/drawingml/2006/main" w="19050">
            <a:solidFill>
              <a:srgbClr val="67C9F5"/>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firestore-label">
            <a:extLst xmlns:a="http://schemas.openxmlformats.org/drawingml/2006/main">
              <a:ext uri="{FF2B5EF4-FFF2-40B4-BE49-F238E27FC236}">
                <a16:creationId xmlns:a16="http://schemas.microsoft.com/office/drawing/2014/main" id="{C20971C4-4C07-4B1E-9424-1CD4136471E0}"/>
              </a:ext>
            </a:extLst>
          </p:cNvPr>
          <p:cNvSpPr>
            <a:spLocks xmlns:a="http://schemas.openxmlformats.org/drawingml/2006/main" noGrp="1"/>
          </p:cNvSpPr>
          <p:nvPr/>
        </p:nvSpPr>
        <p:spPr>
          <a:xfrm xmlns:a="http://schemas.openxmlformats.org/drawingml/2006/main">
            <a:off x="2743200" y="4219575"/>
            <a:ext cx="150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74" lnSpcReduction="10000"/>
          </a:bodyPr>
          <a:lstStyle xmlns:a="http://schemas.openxmlformats.org/drawingml/2006/main"/>
          <a:p xmlns:a="http://schemas.openxmlformats.org/drawingml/2006/main">
            <a:pPr algn="ctr">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Firestore</a:t>
            </a:r>
          </a:p>
        </p:txBody>
      </p:sp>
      <p:sp>
        <p:nvSpPr>
          <p:cNvPr id="27" name="firestore-sub">
            <a:extLst xmlns:a="http://schemas.openxmlformats.org/drawingml/2006/main">
              <a:ext uri="{FF2B5EF4-FFF2-40B4-BE49-F238E27FC236}">
                <a16:creationId xmlns:a16="http://schemas.microsoft.com/office/drawing/2014/main" id="{59D8EB29-3C7C-4E04-AD25-9B2EBD94EE56}"/>
              </a:ext>
            </a:extLst>
          </p:cNvPr>
          <p:cNvSpPr>
            <a:spLocks xmlns:a="http://schemas.openxmlformats.org/drawingml/2006/main" noGrp="1"/>
          </p:cNvSpPr>
          <p:nvPr/>
        </p:nvSpPr>
        <p:spPr>
          <a:xfrm xmlns:a="http://schemas.openxmlformats.org/drawingml/2006/main">
            <a:off x="2724150" y="4524375"/>
            <a:ext cx="1543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ctr">
              <a:buNone/>
              <a:defRPr sz="975">
                <a:solidFill>
                  <a:srgbClr val="C8CEE9"/>
                </a:solidFill>
                <a:latin typeface="Helvetica Neue"/>
                <a:ea typeface="Helvetica Neue"/>
                <a:cs typeface="Helvetica Neue"/>
              </a:defRPr>
            </a:pPr>
            <a:r>
              <a:rPr sz="975">
                <a:solidFill>
                  <a:srgbClr val="C8CEE9"/>
                </a:solidFill>
                <a:latin typeface="Helvetica Neue"/>
                <a:ea typeface="Helvetica Neue"/>
                <a:cs typeface="Helvetica Neue"/>
              </a:rPr>
              <a:t>Rooms, transcript, outcomes</a:t>
            </a:r>
          </a:p>
        </p:txBody>
      </p:sp>
      <p:sp>
        <p:nvSpPr>
          <p:cNvPr id="28" name="memory-box">
            <a:extLst xmlns:a="http://schemas.openxmlformats.org/drawingml/2006/main">
              <a:ext uri="{FF2B5EF4-FFF2-40B4-BE49-F238E27FC236}">
                <a16:creationId xmlns:a16="http://schemas.microsoft.com/office/drawing/2014/main" id="{CE107CBF-41E7-47D3-B4DF-7C16898B6E0E}"/>
              </a:ext>
            </a:extLst>
          </p:cNvPr>
          <p:cNvSpPr>
            <a:spLocks xmlns:a="http://schemas.openxmlformats.org/drawingml/2006/main" noGrp="1"/>
          </p:cNvSpPr>
          <p:nvPr/>
        </p:nvSpPr>
        <p:spPr>
          <a:xfrm xmlns:a="http://schemas.openxmlformats.org/drawingml/2006/main">
            <a:off x="7162800" y="4095750"/>
            <a:ext cx="1790700" cy="990600"/>
          </a:xfrm>
          <a:prstGeom xmlns:a="http://schemas.openxmlformats.org/drawingml/2006/main" prst="roundRect">
            <a:avLst>
              <a:gd name="adj" fmla="val 13462"/>
            </a:avLst>
          </a:prstGeom>
          <a:solidFill xmlns:a="http://schemas.openxmlformats.org/drawingml/2006/main">
            <a:srgbClr val="111735"/>
          </a:solidFill>
          <a:ln xmlns:a="http://schemas.openxmlformats.org/drawingml/2006/main" w="19050">
            <a:solidFill>
              <a:srgbClr val="8A7CFF"/>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memory-label">
            <a:extLst xmlns:a="http://schemas.openxmlformats.org/drawingml/2006/main">
              <a:ext uri="{FF2B5EF4-FFF2-40B4-BE49-F238E27FC236}">
                <a16:creationId xmlns:a16="http://schemas.microsoft.com/office/drawing/2014/main" id="{3EDC5D84-C02B-4ED3-A4E0-427B07B4674C}"/>
              </a:ext>
            </a:extLst>
          </p:cNvPr>
          <p:cNvSpPr>
            <a:spLocks xmlns:a="http://schemas.openxmlformats.org/drawingml/2006/main" noGrp="1"/>
          </p:cNvSpPr>
          <p:nvPr/>
        </p:nvSpPr>
        <p:spPr>
          <a:xfrm xmlns:a="http://schemas.openxmlformats.org/drawingml/2006/main">
            <a:off x="7296150" y="421957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74" lnSpcReduction="10000"/>
          </a:bodyPr>
          <a:lstStyle xmlns:a="http://schemas.openxmlformats.org/drawingml/2006/main"/>
          <a:p xmlns:a="http://schemas.openxmlformats.org/drawingml/2006/main">
            <a:pPr algn="ctr">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Memory Bank</a:t>
            </a:r>
          </a:p>
        </p:txBody>
      </p:sp>
      <p:sp>
        <p:nvSpPr>
          <p:cNvPr id="30" name="memory-sub">
            <a:extLst xmlns:a="http://schemas.openxmlformats.org/drawingml/2006/main">
              <a:ext uri="{FF2B5EF4-FFF2-40B4-BE49-F238E27FC236}">
                <a16:creationId xmlns:a16="http://schemas.microsoft.com/office/drawing/2014/main" id="{B230B469-66E8-4960-AD66-3264B109DE06}"/>
              </a:ext>
            </a:extLst>
          </p:cNvPr>
          <p:cNvSpPr>
            <a:spLocks xmlns:a="http://schemas.openxmlformats.org/drawingml/2006/main" noGrp="1"/>
          </p:cNvSpPr>
          <p:nvPr/>
        </p:nvSpPr>
        <p:spPr>
          <a:xfrm xmlns:a="http://schemas.openxmlformats.org/drawingml/2006/main">
            <a:off x="7277100" y="4524375"/>
            <a:ext cx="1562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ctr">
              <a:buNone/>
              <a:defRPr sz="975">
                <a:solidFill>
                  <a:srgbClr val="C8CEE9"/>
                </a:solidFill>
                <a:latin typeface="Helvetica Neue"/>
                <a:ea typeface="Helvetica Neue"/>
                <a:cs typeface="Helvetica Neue"/>
              </a:defRPr>
            </a:pPr>
            <a:r>
              <a:rPr sz="975">
                <a:solidFill>
                  <a:srgbClr val="C8CEE9"/>
                </a:solidFill>
                <a:latin typeface="Helvetica Neue"/>
                <a:ea typeface="Helvetica Neue"/>
                <a:cs typeface="Helvetica Neue"/>
              </a:rPr>
              <a:t>Cross-meeting commitments</a:t>
            </a:r>
          </a:p>
        </p:txBody>
      </p:sp>
      <p:sp>
        <p:nvSpPr>
          <p:cNvPr id="31" name="post-box">
            <a:extLst xmlns:a="http://schemas.openxmlformats.org/drawingml/2006/main">
              <a:ext uri="{FF2B5EF4-FFF2-40B4-BE49-F238E27FC236}">
                <a16:creationId xmlns:a16="http://schemas.microsoft.com/office/drawing/2014/main" id="{64137336-4E9D-4961-AAE2-89F23201054B}"/>
              </a:ext>
            </a:extLst>
          </p:cNvPr>
          <p:cNvSpPr>
            <a:spLocks xmlns:a="http://schemas.openxmlformats.org/drawingml/2006/main" noGrp="1"/>
          </p:cNvSpPr>
          <p:nvPr/>
        </p:nvSpPr>
        <p:spPr>
          <a:xfrm xmlns:a="http://schemas.openxmlformats.org/drawingml/2006/main">
            <a:off x="9448800" y="4095750"/>
            <a:ext cx="1790700" cy="990600"/>
          </a:xfrm>
          <a:prstGeom xmlns:a="http://schemas.openxmlformats.org/drawingml/2006/main" prst="roundRect">
            <a:avLst>
              <a:gd name="adj" fmla="val 13462"/>
            </a:avLst>
          </a:prstGeom>
          <a:solidFill xmlns:a="http://schemas.openxmlformats.org/drawingml/2006/main">
            <a:srgbClr val="111735"/>
          </a:solidFill>
          <a:ln xmlns:a="http://schemas.openxmlformats.org/drawingml/2006/main" w="19050">
            <a:solidFill>
              <a:srgbClr val="FF857C"/>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post-label">
            <a:extLst xmlns:a="http://schemas.openxmlformats.org/drawingml/2006/main">
              <a:ext uri="{FF2B5EF4-FFF2-40B4-BE49-F238E27FC236}">
                <a16:creationId xmlns:a16="http://schemas.microsoft.com/office/drawing/2014/main" id="{17F4FC4F-D227-4D65-AB4F-B740C59DDC8F}"/>
              </a:ext>
            </a:extLst>
          </p:cNvPr>
          <p:cNvSpPr>
            <a:spLocks xmlns:a="http://schemas.openxmlformats.org/drawingml/2006/main" noGrp="1"/>
          </p:cNvSpPr>
          <p:nvPr/>
        </p:nvSpPr>
        <p:spPr>
          <a:xfrm xmlns:a="http://schemas.openxmlformats.org/drawingml/2006/main">
            <a:off x="9582150" y="421957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866" lnSpcReduction="10000"/>
          </a:bodyPr>
          <a:lstStyle xmlns:a="http://schemas.openxmlformats.org/drawingml/2006/main"/>
          <a:p xmlns:a="http://schemas.openxmlformats.org/drawingml/2006/main">
            <a:pPr algn="ctr">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Async + build assets</a:t>
            </a:r>
          </a:p>
        </p:txBody>
      </p:sp>
      <p:sp>
        <p:nvSpPr>
          <p:cNvPr id="33" name="post-sub">
            <a:extLst xmlns:a="http://schemas.openxmlformats.org/drawingml/2006/main">
              <a:ext uri="{FF2B5EF4-FFF2-40B4-BE49-F238E27FC236}">
                <a16:creationId xmlns:a16="http://schemas.microsoft.com/office/drawing/2014/main" id="{0D2090C4-2E39-4302-ACD7-904F78E1F705}"/>
              </a:ext>
            </a:extLst>
          </p:cNvPr>
          <p:cNvSpPr>
            <a:spLocks xmlns:a="http://schemas.openxmlformats.org/drawingml/2006/main" noGrp="1"/>
          </p:cNvSpPr>
          <p:nvPr/>
        </p:nvSpPr>
        <p:spPr>
          <a:xfrm xmlns:a="http://schemas.openxmlformats.org/drawingml/2006/main">
            <a:off x="9563100" y="4524375"/>
            <a:ext cx="1562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975">
                <a:solidFill>
                  <a:srgbClr val="C8CEE9"/>
                </a:solidFill>
                <a:latin typeface="Helvetica Neue"/>
                <a:ea typeface="Helvetica Neue"/>
                <a:cs typeface="Helvetica Neue"/>
              </a:defRPr>
            </a:pPr>
            <a:r>
              <a:rPr sz="975">
                <a:solidFill>
                  <a:srgbClr val="C8CEE9"/>
                </a:solidFill>
                <a:latin typeface="Helvetica Neue"/>
                <a:ea typeface="Helvetica Neue"/>
                <a:cs typeface="Helvetica Neue"/>
              </a:rPr>
              <a:t>Gemini 3.7 recap
Static Lyria MP3</a:t>
            </a:r>
          </a:p>
        </p:txBody>
      </p:sp>
      <p:sp>
        <p:nvSpPr>
          <p:cNvPr id="34" name="architecture-guardrail">
            <a:extLst xmlns:a="http://schemas.openxmlformats.org/drawingml/2006/main">
              <a:ext uri="{FF2B5EF4-FFF2-40B4-BE49-F238E27FC236}">
                <a16:creationId xmlns:a16="http://schemas.microsoft.com/office/drawing/2014/main" id="{5F45C8A0-67D6-4CCB-B092-A89389906D70}"/>
              </a:ext>
            </a:extLst>
          </p:cNvPr>
          <p:cNvSpPr>
            <a:spLocks xmlns:a="http://schemas.openxmlformats.org/drawingml/2006/main" noGrp="1"/>
          </p:cNvSpPr>
          <p:nvPr/>
        </p:nvSpPr>
        <p:spPr>
          <a:xfrm xmlns:a="http://schemas.openxmlformats.org/drawingml/2006/main">
            <a:off x="1619250" y="5524500"/>
            <a:ext cx="895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148" lnSpcReduction="10000"/>
          </a:bodyPr>
          <a:lstStyle xmlns:a="http://schemas.openxmlformats.org/drawingml/2006/main"/>
          <a:p xmlns:a="http://schemas.openxmlformats.org/drawingml/2006/main">
            <a:pPr algn="ctr">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Runtime: Gemini proposes language and tools; the controller owns floor and lifecycle. Build: one fixed Lyria prompt → static MP3, with no meeting data or runtime call.</a:t>
            </a:r>
          </a:p>
        </p:txBody>
      </p:sp>
      <p:sp>
        <p:nvSpPr>
          <p:cNvPr id="35" name="footer-rule-5">
            <a:extLst xmlns:a="http://schemas.openxmlformats.org/drawingml/2006/main">
              <a:ext uri="{FF2B5EF4-FFF2-40B4-BE49-F238E27FC236}">
                <a16:creationId xmlns:a16="http://schemas.microsoft.com/office/drawing/2014/main" id="{BEC04866-0C92-4E86-8F17-1C4A4DC3856E}"/>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31375A"/>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footer-brand-5">
            <a:extLst xmlns:a="http://schemas.openxmlformats.org/drawingml/2006/main">
              <a:ext uri="{FF2B5EF4-FFF2-40B4-BE49-F238E27FC236}">
                <a16:creationId xmlns:a16="http://schemas.microsoft.com/office/drawing/2014/main" id="{29DED124-5397-4FD5-A82E-8003E48DFDC6}"/>
              </a:ext>
            </a:extLst>
          </p:cNvPr>
          <p:cNvSpPr>
            <a:spLocks xmlns:a="http://schemas.openxmlformats.org/drawingml/2006/main" noGrp="1"/>
          </p:cNvSpPr>
          <p:nvPr/>
        </p:nvSpPr>
        <p:spPr>
          <a:xfrm xmlns:a="http://schemas.openxmlformats.org/drawingml/2006/main">
            <a:off x="609600" y="64865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987" lnSpcReduction="10000"/>
          </a:bodyPr>
          <a:lstStyle xmlns:a="http://schemas.openxmlformats.org/drawingml/2006/main"/>
          <a:p xmlns:a="http://schemas.openxmlformats.org/drawingml/2006/main">
            <a:pPr>
              <a:buNone/>
              <a:defRPr sz="975" b="1">
                <a:solidFill>
                  <a:srgbClr val="AEB5D5"/>
                </a:solidFill>
                <a:latin typeface="Helvetica Neue"/>
                <a:ea typeface="Helvetica Neue"/>
                <a:cs typeface="Helvetica Neue"/>
              </a:defRPr>
            </a:pPr>
            <a:r>
              <a:rPr sz="975" b="1">
                <a:solidFill>
                  <a:srgbClr val="AEB5D5"/>
                </a:solidFill>
                <a:latin typeface="Helvetica Neue"/>
                <a:ea typeface="Helvetica Neue"/>
                <a:cs typeface="Helvetica Neue"/>
              </a:rPr>
              <a:t>RoleCallAI</a:t>
            </a:r>
          </a:p>
        </p:txBody>
      </p:sp>
      <p:sp>
        <p:nvSpPr>
          <p:cNvPr id="37" name="footer-number-5">
            <a:extLst xmlns:a="http://schemas.openxmlformats.org/drawingml/2006/main">
              <a:ext uri="{FF2B5EF4-FFF2-40B4-BE49-F238E27FC236}">
                <a16:creationId xmlns:a16="http://schemas.microsoft.com/office/drawing/2014/main" id="{833D1437-1D8B-4068-B8CA-6818B3486838}"/>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987" lnSpcReduction="10000"/>
          </a:bodyPr>
          <a:lstStyle xmlns:a="http://schemas.openxmlformats.org/drawingml/2006/main"/>
          <a:p xmlns:a="http://schemas.openxmlformats.org/drawingml/2006/main">
            <a:pPr algn="r">
              <a:buNone/>
              <a:defRPr sz="975" b="1">
                <a:solidFill>
                  <a:srgbClr val="AEB5D5"/>
                </a:solidFill>
                <a:latin typeface="Helvetica Neue"/>
                <a:ea typeface="Helvetica Neue"/>
                <a:cs typeface="Helvetica Neue"/>
              </a:defRPr>
            </a:pPr>
            <a:r>
              <a:rPr sz="975" b="1">
                <a:solidFill>
                  <a:srgbClr val="AEB5D5"/>
                </a:solidFill>
                <a:latin typeface="Helvetica Neue"/>
                <a:ea typeface="Helvetica Neue"/>
                <a:cs typeface="Helvetica Neue"/>
              </a:rPr>
              <a:t>05</a:t>
            </a:r>
          </a:p>
        </p:txBody>
      </p:sp>
    </p:spTree>
    <p:extLst>
      <p:ext uri="{BB962C8B-B14F-4D97-AF65-F5344CB8AC3E}">
        <p14:creationId xmlns:p14="http://schemas.microsoft.com/office/powerpoint/2010/main" val="950227998"/>
      </p:ext>
    </p:extLst>
  </p:cSld>
</p:sld>
</file>

<file path=ppt/slides/slide7.xml><?xml version="1.0" encoding="utf-8"?>
<p:sld xmlns:p="http://schemas.openxmlformats.org/presentationml/2006/main">
  <p:cSld>
    <p:bg>
      <p:bgPr>
        <a:solidFill xmlns:a="http://schemas.openxmlformats.org/drawingml/2006/main">
          <a:schemeClr val="tx1"/>
        </a:solidFill>
      </p:bgPr>
    </p:bg>
    <p:spTree>
      <p:nvGrpSpPr>
        <p:cNvPr id="1" name=""/>
        <p:cNvGrpSpPr/>
        <p:nvPr/>
      </p:nvGrpSpPr>
      <p:grpSpPr>
        <a:xfrm xmlns:a="http://schemas.openxmlformats.org/drawingml/2006/main"/>
      </p:grpSpPr>
      <p:sp>
        <p:nvSpPr>
          <p:cNvPr id="20" name="eyebrow">
            <a:extLst xmlns:a="http://schemas.openxmlformats.org/drawingml/2006/main">
              <a:ext uri="{FF2B5EF4-FFF2-40B4-BE49-F238E27FC236}">
                <a16:creationId xmlns:a16="http://schemas.microsoft.com/office/drawing/2014/main" id="{F08AE39C-1E8A-41F7-8FDB-3FAB4B85399C}"/>
              </a:ext>
            </a:extLst>
          </p:cNvPr>
          <p:cNvSpPr>
            <a:spLocks xmlns:a="http://schemas.openxmlformats.org/drawingml/2006/main" noGrp="1"/>
          </p:cNvSpPr>
          <p:nvPr/>
        </p:nvSpPr>
        <p:spPr>
          <a:xfrm xmlns:a="http://schemas.openxmlformats.org/drawingml/2006/main">
            <a:off x="609600" y="3429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buNone/>
              <a:defRPr sz="1200" b="1">
                <a:solidFill>
                  <a:srgbClr val="5D55E6"/>
                </a:solidFill>
                <a:latin typeface="Helvetica Neue"/>
                <a:ea typeface="Helvetica Neue"/>
                <a:cs typeface="Helvetica Neue"/>
              </a:defRPr>
            </a:pPr>
            <a:r>
              <a:rPr sz="1200" b="1">
                <a:solidFill>
                  <a:srgbClr val="5D55E6"/>
                </a:solidFill>
                <a:latin typeface="Helvetica Neue"/>
                <a:ea typeface="Helvetica Neue"/>
                <a:cs typeface="Helvetica Neue"/>
              </a:rPr>
              <a:t>PRODUCTION DISCIPLINE</a:t>
            </a:r>
          </a:p>
        </p:txBody>
      </p:sp>
      <p:sp>
        <p:nvSpPr>
          <p:cNvPr id="2" name="slide-title">
            <a:extLst xmlns:a="http://schemas.openxmlformats.org/drawingml/2006/main">
              <a:ext uri="{FF2B5EF4-FFF2-40B4-BE49-F238E27FC236}">
                <a16:creationId xmlns:a16="http://schemas.microsoft.com/office/drawing/2014/main" id="{5E2A85E8-AE90-4127-AB44-F1421DE2305B}"/>
              </a:ext>
            </a:extLst>
          </p:cNvPr>
          <p:cNvSpPr>
            <a:spLocks xmlns:a="http://schemas.openxmlformats.org/drawingml/2006/main" noGrp="1"/>
          </p:cNvSpPr>
          <p:nvPr/>
        </p:nvSpPr>
        <p:spPr>
          <a:xfrm xmlns:a="http://schemas.openxmlformats.org/drawingml/2006/main">
            <a:off x="609600" y="685800"/>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buNone/>
              <a:defRPr sz="3225" b="1">
                <a:solidFill>
                  <a:srgbClr val="10142A"/>
                </a:solidFill>
                <a:latin typeface="Helvetica Neue"/>
                <a:ea typeface="Helvetica Neue"/>
                <a:cs typeface="Helvetica Neue"/>
              </a:defRPr>
            </a:pPr>
            <a:r>
              <a:rPr sz="3225" b="1">
                <a:solidFill>
                  <a:schemeClr val="bg1"/>
                </a:solidFill>
                <a:latin typeface="Helvetica Neue"/>
                <a:ea typeface="Helvetica Neue"/>
                <a:cs typeface="Helvetica Neue"/>
              </a:rPr>
              <a:t>Built for real meetings, not a staged chatbot.</a:t>
            </a:r>
          </a:p>
        </p:txBody>
      </p:sp>
      <p:sp>
        <p:nvSpPr>
          <p:cNvPr id="3" name="proof-intro">
            <a:extLst xmlns:a="http://schemas.openxmlformats.org/drawingml/2006/main">
              <a:ext uri="{FF2B5EF4-FFF2-40B4-BE49-F238E27FC236}">
                <a16:creationId xmlns:a16="http://schemas.microsoft.com/office/drawing/2014/main" id="{F854D8D1-17FF-44A7-BFA3-EB9DD072D02C}"/>
              </a:ext>
            </a:extLst>
          </p:cNvPr>
          <p:cNvSpPr>
            <a:spLocks xmlns:a="http://schemas.openxmlformats.org/drawingml/2006/main" noGrp="1"/>
          </p:cNvSpPr>
          <p:nvPr/>
        </p:nvSpPr>
        <p:spPr>
          <a:xfrm xmlns:a="http://schemas.openxmlformats.org/drawingml/2006/main">
            <a:off x="609600" y="1524000"/>
            <a:ext cx="857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buNone/>
              <a:defRPr sz="1650">
                <a:solidFill>
                  <a:srgbClr val="5F667A"/>
                </a:solidFill>
                <a:latin typeface="Helvetica Neue"/>
                <a:ea typeface="Helvetica Neue"/>
                <a:cs typeface="Helvetica Neue"/>
              </a:defRPr>
            </a:pPr>
            <a:r>
              <a:rPr sz="1650">
                <a:solidFill>
                  <a:srgbClr val="5F667A"/>
                </a:solidFill>
                <a:latin typeface="Helvetica Neue"/>
                <a:ea typeface="Helvetica Neue"/>
                <a:cs typeface="Helvetica Neue"/>
              </a:rPr>
              <a:t>The dev deployment combines product breadth with strict operational boundaries.</a:t>
            </a:r>
          </a:p>
        </p:txBody>
      </p:sp>
      <p:sp>
        <p:nvSpPr>
          <p:cNvPr id="4" name="metric-0">
            <a:extLst xmlns:a="http://schemas.openxmlformats.org/drawingml/2006/main">
              <a:ext uri="{FF2B5EF4-FFF2-40B4-BE49-F238E27FC236}">
                <a16:creationId xmlns:a16="http://schemas.microsoft.com/office/drawing/2014/main" id="{C15214AC-721C-44FA-9FC1-51877E9AD871}"/>
              </a:ext>
            </a:extLst>
          </p:cNvPr>
          <p:cNvSpPr>
            <a:spLocks xmlns:a="http://schemas.openxmlformats.org/drawingml/2006/main" noGrp="1"/>
          </p:cNvSpPr>
          <p:nvPr/>
        </p:nvSpPr>
        <p:spPr>
          <a:xfrm xmlns:a="http://schemas.openxmlformats.org/drawingml/2006/main">
            <a:off x="609600" y="2381250"/>
            <a:ext cx="3371850" cy="2381250"/>
          </a:xfrm>
          <a:prstGeom xmlns:a="http://schemas.openxmlformats.org/drawingml/2006/main" prst="roundRect">
            <a:avLst>
              <a:gd name="adj" fmla="val 7200"/>
            </a:avLst>
          </a:prstGeom>
          <a:solidFill xmlns:a="http://schemas.openxmlformats.org/drawingml/2006/main">
            <a:srgbClr val="F3F5FA"/>
          </a:solidFill>
          <a:ln xmlns:a="http://schemas.openxmlformats.org/drawingml/2006/main" w="9525">
            <a:solidFill>
              <a:srgbClr val="D6DAE5"/>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metric-accent-0">
            <a:extLst xmlns:a="http://schemas.openxmlformats.org/drawingml/2006/main">
              <a:ext uri="{FF2B5EF4-FFF2-40B4-BE49-F238E27FC236}">
                <a16:creationId xmlns:a16="http://schemas.microsoft.com/office/drawing/2014/main" id="{69DD104B-4676-4790-A26A-768BD688FDE8}"/>
              </a:ext>
            </a:extLst>
          </p:cNvPr>
          <p:cNvSpPr>
            <a:spLocks xmlns:a="http://schemas.openxmlformats.org/drawingml/2006/main" noGrp="1"/>
          </p:cNvSpPr>
          <p:nvPr/>
        </p:nvSpPr>
        <p:spPr>
          <a:xfrm xmlns:a="http://schemas.openxmlformats.org/drawingml/2006/main">
            <a:off x="609600" y="2381250"/>
            <a:ext cx="3371850" cy="95250"/>
          </a:xfrm>
          <a:prstGeom xmlns:a="http://schemas.openxmlformats.org/drawingml/2006/main" prst="roundRect">
            <a:avLst>
              <a:gd name="adj" fmla="val 50000"/>
            </a:avLst>
          </a:prstGeom>
          <a:solidFill xmlns:a="http://schemas.openxmlformats.org/drawingml/2006/main">
            <a:srgbClr val="5D55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metric-stat-0">
            <a:extLst xmlns:a="http://schemas.openxmlformats.org/drawingml/2006/main">
              <a:ext uri="{FF2B5EF4-FFF2-40B4-BE49-F238E27FC236}">
                <a16:creationId xmlns:a16="http://schemas.microsoft.com/office/drawing/2014/main" id="{4688B7FD-1B4A-4537-8D67-4B75D5C3FF42}"/>
              </a:ext>
            </a:extLst>
          </p:cNvPr>
          <p:cNvSpPr>
            <a:spLocks xmlns:a="http://schemas.openxmlformats.org/drawingml/2006/main" noGrp="1"/>
          </p:cNvSpPr>
          <p:nvPr/>
        </p:nvSpPr>
        <p:spPr>
          <a:xfrm xmlns:a="http://schemas.openxmlformats.org/drawingml/2006/main">
            <a:off x="876300" y="2876550"/>
            <a:ext cx="28384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89257"/>
          </a:bodyPr>
          <a:lstStyle xmlns:a="http://schemas.openxmlformats.org/drawingml/2006/main"/>
          <a:p xmlns:a="http://schemas.openxmlformats.org/drawingml/2006/main">
            <a:pPr>
              <a:buNone/>
              <a:defRPr sz="3600" b="1">
                <a:solidFill>
                  <a:srgbClr val="070B28"/>
                </a:solidFill>
                <a:latin typeface="Helvetica Neue"/>
                <a:ea typeface="Helvetica Neue"/>
                <a:cs typeface="Helvetica Neue"/>
              </a:defRPr>
            </a:pPr>
            <a:r>
              <a:rPr sz="3600" b="1">
                <a:solidFill>
                  <a:srgbClr val="070B28"/>
                </a:solidFill>
                <a:latin typeface="Helvetica Neue"/>
                <a:ea typeface="Helvetica Neue"/>
                <a:cs typeface="Helvetica Neue"/>
              </a:rPr>
              <a:t>12 + Custom</a:t>
            </a:r>
          </a:p>
        </p:txBody>
      </p:sp>
      <p:sp>
        <p:nvSpPr>
          <p:cNvPr id="7" name="metric-label-0">
            <a:extLst xmlns:a="http://schemas.openxmlformats.org/drawingml/2006/main">
              <a:ext uri="{FF2B5EF4-FFF2-40B4-BE49-F238E27FC236}">
                <a16:creationId xmlns:a16="http://schemas.microsoft.com/office/drawing/2014/main" id="{05B036C1-F294-4158-913E-606A044EDCF8}"/>
              </a:ext>
            </a:extLst>
          </p:cNvPr>
          <p:cNvSpPr>
            <a:spLocks xmlns:a="http://schemas.openxmlformats.org/drawingml/2006/main" noGrp="1"/>
          </p:cNvSpPr>
          <p:nvPr/>
        </p:nvSpPr>
        <p:spPr>
          <a:xfrm xmlns:a="http://schemas.openxmlformats.org/drawingml/2006/main">
            <a:off x="876300" y="3905250"/>
            <a:ext cx="2838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buNone/>
              <a:defRPr sz="1725" b="1">
                <a:solidFill>
                  <a:srgbClr val="10142A"/>
                </a:solidFill>
                <a:latin typeface="Helvetica Neue"/>
                <a:ea typeface="Helvetica Neue"/>
                <a:cs typeface="Helvetica Neue"/>
              </a:defRPr>
            </a:pPr>
            <a:r>
              <a:rPr sz="1725" b="1">
                <a:solidFill>
                  <a:srgbClr val="10142A"/>
                </a:solidFill>
                <a:latin typeface="Helvetica Neue"/>
                <a:ea typeface="Helvetica Neue"/>
                <a:cs typeface="Helvetica Neue"/>
              </a:rPr>
              <a:t>facilitator roles</a:t>
            </a:r>
          </a:p>
        </p:txBody>
      </p:sp>
      <p:sp>
        <p:nvSpPr>
          <p:cNvPr id="8" name="metric-1">
            <a:extLst xmlns:a="http://schemas.openxmlformats.org/drawingml/2006/main">
              <a:ext uri="{FF2B5EF4-FFF2-40B4-BE49-F238E27FC236}">
                <a16:creationId xmlns:a16="http://schemas.microsoft.com/office/drawing/2014/main" id="{ED391C74-B40C-42BE-8E6D-3A284C481201}"/>
              </a:ext>
            </a:extLst>
          </p:cNvPr>
          <p:cNvSpPr>
            <a:spLocks xmlns:a="http://schemas.openxmlformats.org/drawingml/2006/main" noGrp="1"/>
          </p:cNvSpPr>
          <p:nvPr/>
        </p:nvSpPr>
        <p:spPr>
          <a:xfrm xmlns:a="http://schemas.openxmlformats.org/drawingml/2006/main">
            <a:off x="4352925" y="2381250"/>
            <a:ext cx="3371850" cy="2381250"/>
          </a:xfrm>
          <a:prstGeom xmlns:a="http://schemas.openxmlformats.org/drawingml/2006/main" prst="roundRect">
            <a:avLst>
              <a:gd name="adj" fmla="val 7200"/>
            </a:avLst>
          </a:prstGeom>
          <a:solidFill xmlns:a="http://schemas.openxmlformats.org/drawingml/2006/main">
            <a:srgbClr val="F3F5FA"/>
          </a:solidFill>
          <a:ln xmlns:a="http://schemas.openxmlformats.org/drawingml/2006/main" w="9525">
            <a:solidFill>
              <a:srgbClr val="D6DAE5"/>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metric-accent-1">
            <a:extLst xmlns:a="http://schemas.openxmlformats.org/drawingml/2006/main">
              <a:ext uri="{FF2B5EF4-FFF2-40B4-BE49-F238E27FC236}">
                <a16:creationId xmlns:a16="http://schemas.microsoft.com/office/drawing/2014/main" id="{40650A8C-31DF-478D-8C3D-05A7EA828AC2}"/>
              </a:ext>
            </a:extLst>
          </p:cNvPr>
          <p:cNvSpPr>
            <a:spLocks xmlns:a="http://schemas.openxmlformats.org/drawingml/2006/main" noGrp="1"/>
          </p:cNvSpPr>
          <p:nvPr/>
        </p:nvSpPr>
        <p:spPr>
          <a:xfrm xmlns:a="http://schemas.openxmlformats.org/drawingml/2006/main">
            <a:off x="4352925" y="2381250"/>
            <a:ext cx="3371850" cy="95250"/>
          </a:xfrm>
          <a:prstGeom xmlns:a="http://schemas.openxmlformats.org/drawingml/2006/main" prst="roundRect">
            <a:avLst>
              <a:gd name="adj" fmla="val 50000"/>
            </a:avLst>
          </a:prstGeom>
          <a:solidFill xmlns:a="http://schemas.openxmlformats.org/drawingml/2006/main">
            <a:srgbClr val="68E2B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0" name="metric-stat-1">
            <a:extLst xmlns:a="http://schemas.openxmlformats.org/drawingml/2006/main">
              <a:ext uri="{FF2B5EF4-FFF2-40B4-BE49-F238E27FC236}">
                <a16:creationId xmlns:a16="http://schemas.microsoft.com/office/drawing/2014/main" id="{531A491A-48E0-458E-9E69-9118937BAA6B}"/>
              </a:ext>
            </a:extLst>
          </p:cNvPr>
          <p:cNvSpPr>
            <a:spLocks xmlns:a="http://schemas.openxmlformats.org/drawingml/2006/main" noGrp="1"/>
          </p:cNvSpPr>
          <p:nvPr/>
        </p:nvSpPr>
        <p:spPr>
          <a:xfrm xmlns:a="http://schemas.openxmlformats.org/drawingml/2006/main">
            <a:off x="4619625" y="2876550"/>
            <a:ext cx="28384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a:bodyPr>
          <a:lstStyle xmlns:a="http://schemas.openxmlformats.org/drawingml/2006/main"/>
          <a:p xmlns:a="http://schemas.openxmlformats.org/drawingml/2006/main">
            <a:pPr>
              <a:buNone/>
              <a:defRPr sz="3600" b="1">
                <a:solidFill>
                  <a:srgbClr val="070B28"/>
                </a:solidFill>
                <a:latin typeface="Helvetica Neue"/>
                <a:ea typeface="Helvetica Neue"/>
                <a:cs typeface="Helvetica Neue"/>
              </a:defRPr>
            </a:pPr>
            <a:r>
              <a:rPr sz="3600" b="1">
                <a:solidFill>
                  <a:srgbClr val="070B28"/>
                </a:solidFill>
                <a:latin typeface="Helvetica Neue"/>
                <a:ea typeface="Helvetica Neue"/>
                <a:cs typeface="Helvetica Neue"/>
              </a:rPr>
              <a:t>2–10</a:t>
            </a:r>
          </a:p>
        </p:txBody>
      </p:sp>
      <p:sp>
        <p:nvSpPr>
          <p:cNvPr id="11" name="metric-label-1">
            <a:extLst xmlns:a="http://schemas.openxmlformats.org/drawingml/2006/main">
              <a:ext uri="{FF2B5EF4-FFF2-40B4-BE49-F238E27FC236}">
                <a16:creationId xmlns:a16="http://schemas.microsoft.com/office/drawing/2014/main" id="{D1154013-841A-4848-818C-95A5D4467654}"/>
              </a:ext>
            </a:extLst>
          </p:cNvPr>
          <p:cNvSpPr>
            <a:spLocks xmlns:a="http://schemas.openxmlformats.org/drawingml/2006/main" noGrp="1"/>
          </p:cNvSpPr>
          <p:nvPr/>
        </p:nvSpPr>
        <p:spPr>
          <a:xfrm xmlns:a="http://schemas.openxmlformats.org/drawingml/2006/main">
            <a:off x="4619625" y="3905250"/>
            <a:ext cx="2838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buNone/>
              <a:defRPr sz="1725" b="1">
                <a:solidFill>
                  <a:srgbClr val="10142A"/>
                </a:solidFill>
                <a:latin typeface="Helvetica Neue"/>
                <a:ea typeface="Helvetica Neue"/>
                <a:cs typeface="Helvetica Neue"/>
              </a:defRPr>
            </a:pPr>
            <a:r>
              <a:rPr sz="1725" b="1">
                <a:solidFill>
                  <a:srgbClr val="10142A"/>
                </a:solidFill>
                <a:latin typeface="Helvetica Neue"/>
                <a:ea typeface="Helvetica Neue"/>
                <a:cs typeface="Helvetica Neue"/>
              </a:rPr>
              <a:t>human participants</a:t>
            </a:r>
          </a:p>
        </p:txBody>
      </p:sp>
      <p:sp>
        <p:nvSpPr>
          <p:cNvPr id="12" name="metric-2">
            <a:extLst xmlns:a="http://schemas.openxmlformats.org/drawingml/2006/main">
              <a:ext uri="{FF2B5EF4-FFF2-40B4-BE49-F238E27FC236}">
                <a16:creationId xmlns:a16="http://schemas.microsoft.com/office/drawing/2014/main" id="{52F61DEC-B568-41F9-87AC-D3A242379B4B}"/>
              </a:ext>
            </a:extLst>
          </p:cNvPr>
          <p:cNvSpPr>
            <a:spLocks xmlns:a="http://schemas.openxmlformats.org/drawingml/2006/main" noGrp="1"/>
          </p:cNvSpPr>
          <p:nvPr/>
        </p:nvSpPr>
        <p:spPr>
          <a:xfrm xmlns:a="http://schemas.openxmlformats.org/drawingml/2006/main">
            <a:off x="8096250" y="2381250"/>
            <a:ext cx="3371850" cy="2381250"/>
          </a:xfrm>
          <a:prstGeom xmlns:a="http://schemas.openxmlformats.org/drawingml/2006/main" prst="roundRect">
            <a:avLst>
              <a:gd name="adj" fmla="val 7200"/>
            </a:avLst>
          </a:prstGeom>
          <a:solidFill xmlns:a="http://schemas.openxmlformats.org/drawingml/2006/main">
            <a:srgbClr val="F3F5FA"/>
          </a:solidFill>
          <a:ln xmlns:a="http://schemas.openxmlformats.org/drawingml/2006/main" w="9525">
            <a:solidFill>
              <a:srgbClr val="D6DAE5"/>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metric-accent-2">
            <a:extLst xmlns:a="http://schemas.openxmlformats.org/drawingml/2006/main">
              <a:ext uri="{FF2B5EF4-FFF2-40B4-BE49-F238E27FC236}">
                <a16:creationId xmlns:a16="http://schemas.microsoft.com/office/drawing/2014/main" id="{8DE4FD22-42C7-4963-A3DA-E4560F2E930E}"/>
              </a:ext>
            </a:extLst>
          </p:cNvPr>
          <p:cNvSpPr>
            <a:spLocks xmlns:a="http://schemas.openxmlformats.org/drawingml/2006/main" noGrp="1"/>
          </p:cNvSpPr>
          <p:nvPr/>
        </p:nvSpPr>
        <p:spPr>
          <a:xfrm xmlns:a="http://schemas.openxmlformats.org/drawingml/2006/main">
            <a:off x="8096250" y="2381250"/>
            <a:ext cx="3371850" cy="95250"/>
          </a:xfrm>
          <a:prstGeom xmlns:a="http://schemas.openxmlformats.org/drawingml/2006/main" prst="roundRect">
            <a:avLst>
              <a:gd name="adj" fmla="val 50000"/>
            </a:avLst>
          </a:prstGeom>
          <a:solidFill xmlns:a="http://schemas.openxmlformats.org/drawingml/2006/main">
            <a:srgbClr val="FF857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4" name="metric-stat-2">
            <a:extLst xmlns:a="http://schemas.openxmlformats.org/drawingml/2006/main">
              <a:ext uri="{FF2B5EF4-FFF2-40B4-BE49-F238E27FC236}">
                <a16:creationId xmlns:a16="http://schemas.microsoft.com/office/drawing/2014/main" id="{F7DEDA65-22BD-441B-8718-4FBAE749CBCB}"/>
              </a:ext>
            </a:extLst>
          </p:cNvPr>
          <p:cNvSpPr>
            <a:spLocks xmlns:a="http://schemas.openxmlformats.org/drawingml/2006/main" noGrp="1"/>
          </p:cNvSpPr>
          <p:nvPr/>
        </p:nvSpPr>
        <p:spPr>
          <a:xfrm xmlns:a="http://schemas.openxmlformats.org/drawingml/2006/main">
            <a:off x="8362950" y="2876550"/>
            <a:ext cx="28384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a:bodyPr>
          <a:lstStyle xmlns:a="http://schemas.openxmlformats.org/drawingml/2006/main"/>
          <a:p xmlns:a="http://schemas.openxmlformats.org/drawingml/2006/main">
            <a:pPr>
              <a:buNone/>
              <a:defRPr sz="3600" b="1">
                <a:solidFill>
                  <a:srgbClr val="070B28"/>
                </a:solidFill>
                <a:latin typeface="Helvetica Neue"/>
                <a:ea typeface="Helvetica Neue"/>
                <a:cs typeface="Helvetica Neue"/>
              </a:defRPr>
            </a:pPr>
            <a:r>
              <a:rPr sz="3600" b="1">
                <a:solidFill>
                  <a:srgbClr val="070B28"/>
                </a:solidFill>
                <a:latin typeface="Helvetica Neue"/>
                <a:ea typeface="Helvetica Neue"/>
                <a:cs typeface="Helvetica Neue"/>
              </a:rPr>
              <a:t>0</a:t>
            </a:r>
          </a:p>
        </p:txBody>
      </p:sp>
      <p:sp>
        <p:nvSpPr>
          <p:cNvPr id="15" name="metric-label-2">
            <a:extLst xmlns:a="http://schemas.openxmlformats.org/drawingml/2006/main">
              <a:ext uri="{FF2B5EF4-FFF2-40B4-BE49-F238E27FC236}">
                <a16:creationId xmlns:a16="http://schemas.microsoft.com/office/drawing/2014/main" id="{B82D7042-1B78-4A06-8837-E0C43CA82513}"/>
              </a:ext>
            </a:extLst>
          </p:cNvPr>
          <p:cNvSpPr>
            <a:spLocks xmlns:a="http://schemas.openxmlformats.org/drawingml/2006/main" noGrp="1"/>
          </p:cNvSpPr>
          <p:nvPr/>
        </p:nvSpPr>
        <p:spPr>
          <a:xfrm xmlns:a="http://schemas.openxmlformats.org/drawingml/2006/main">
            <a:off x="8362950" y="3905250"/>
            <a:ext cx="2838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buNone/>
              <a:defRPr sz="1725" b="1">
                <a:solidFill>
                  <a:srgbClr val="10142A"/>
                </a:solidFill>
                <a:latin typeface="Helvetica Neue"/>
                <a:ea typeface="Helvetica Neue"/>
                <a:cs typeface="Helvetica Neue"/>
              </a:defRPr>
            </a:pPr>
            <a:r>
              <a:rPr sz="1725" b="1">
                <a:solidFill>
                  <a:srgbClr val="10142A"/>
                </a:solidFill>
                <a:latin typeface="Helvetica Neue"/>
                <a:ea typeface="Helvetica Neue"/>
                <a:cs typeface="Helvetica Neue"/>
              </a:rPr>
              <a:t>raw audio persisted</a:t>
            </a:r>
          </a:p>
        </p:txBody>
      </p:sp>
      <p:sp>
        <p:nvSpPr>
          <p:cNvPr id="16" name="proof-strip">
            <a:extLst xmlns:a="http://schemas.openxmlformats.org/drawingml/2006/main">
              <a:ext uri="{FF2B5EF4-FFF2-40B4-BE49-F238E27FC236}">
                <a16:creationId xmlns:a16="http://schemas.microsoft.com/office/drawing/2014/main" id="{49BA437D-EFE6-4118-886A-BC6416002A88}"/>
              </a:ext>
            </a:extLst>
          </p:cNvPr>
          <p:cNvSpPr>
            <a:spLocks xmlns:a="http://schemas.openxmlformats.org/drawingml/2006/main" noGrp="1"/>
          </p:cNvSpPr>
          <p:nvPr/>
        </p:nvSpPr>
        <p:spPr>
          <a:xfrm xmlns:a="http://schemas.openxmlformats.org/drawingml/2006/main">
            <a:off x="762000" y="523875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5D55E6"/>
                </a:solidFill>
                <a:latin typeface="Helvetica Neue"/>
                <a:ea typeface="Helvetica Neue"/>
                <a:cs typeface="Helvetica Neue"/>
              </a:defRPr>
            </a:pPr>
            <a:r>
              <a:rPr sz="1275" b="1">
                <a:solidFill>
                  <a:srgbClr val="5D55E6"/>
                </a:solidFill>
                <a:latin typeface="Helvetica Neue"/>
                <a:ea typeface="Helvetica Neue"/>
                <a:cs typeface="Helvetica Neue"/>
              </a:rPr>
              <a:t>1 Lyria request  ·  static lobby soundtrack  ·  ~$0.08 once  ·  0 runtime music calls  ·  no meeting data</a:t>
            </a:r>
          </a:p>
        </p:txBody>
      </p:sp>
      <p:sp>
        <p:nvSpPr>
          <p:cNvPr id="17" name="footer-rule-6">
            <a:extLst xmlns:a="http://schemas.openxmlformats.org/drawingml/2006/main">
              <a:ext uri="{FF2B5EF4-FFF2-40B4-BE49-F238E27FC236}">
                <a16:creationId xmlns:a16="http://schemas.microsoft.com/office/drawing/2014/main" id="{E57812D3-9C00-4E7E-B553-ED4AE7EA1D9E}"/>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6DAE5"/>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footer-brand-6">
            <a:extLst xmlns:a="http://schemas.openxmlformats.org/drawingml/2006/main">
              <a:ext uri="{FF2B5EF4-FFF2-40B4-BE49-F238E27FC236}">
                <a16:creationId xmlns:a16="http://schemas.microsoft.com/office/drawing/2014/main" id="{A95C6BA9-BF02-4A28-A42F-8710C52066BF}"/>
              </a:ext>
            </a:extLst>
          </p:cNvPr>
          <p:cNvSpPr>
            <a:spLocks xmlns:a="http://schemas.openxmlformats.org/drawingml/2006/main" noGrp="1"/>
          </p:cNvSpPr>
          <p:nvPr/>
        </p:nvSpPr>
        <p:spPr>
          <a:xfrm xmlns:a="http://schemas.openxmlformats.org/drawingml/2006/main">
            <a:off x="609600" y="64865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987" lnSpcReduction="10000"/>
          </a:bodyPr>
          <a:lstStyle xmlns:a="http://schemas.openxmlformats.org/drawingml/2006/main"/>
          <a:p xmlns:a="http://schemas.openxmlformats.org/drawingml/2006/main">
            <a:pPr>
              <a:buNone/>
              <a:defRPr sz="975" b="1">
                <a:solidFill>
                  <a:srgbClr val="5F667A"/>
                </a:solidFill>
                <a:latin typeface="Helvetica Neue"/>
                <a:ea typeface="Helvetica Neue"/>
                <a:cs typeface="Helvetica Neue"/>
              </a:defRPr>
            </a:pPr>
            <a:r>
              <a:rPr sz="975" b="1">
                <a:solidFill>
                  <a:srgbClr val="5F667A"/>
                </a:solidFill>
                <a:latin typeface="Helvetica Neue"/>
                <a:ea typeface="Helvetica Neue"/>
                <a:cs typeface="Helvetica Neue"/>
              </a:rPr>
              <a:t>RoleCallAI</a:t>
            </a:r>
          </a:p>
        </p:txBody>
      </p:sp>
      <p:sp>
        <p:nvSpPr>
          <p:cNvPr id="19" name="footer-number-6">
            <a:extLst xmlns:a="http://schemas.openxmlformats.org/drawingml/2006/main">
              <a:ext uri="{FF2B5EF4-FFF2-40B4-BE49-F238E27FC236}">
                <a16:creationId xmlns:a16="http://schemas.microsoft.com/office/drawing/2014/main" id="{62AE2F6B-8E48-4A10-B809-A4C75A381EB9}"/>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987" lnSpcReduction="10000"/>
          </a:bodyPr>
          <a:lstStyle xmlns:a="http://schemas.openxmlformats.org/drawingml/2006/main"/>
          <a:p xmlns:a="http://schemas.openxmlformats.org/drawingml/2006/main">
            <a:pPr algn="r">
              <a:buNone/>
              <a:defRPr sz="975" b="1">
                <a:solidFill>
                  <a:srgbClr val="5F667A"/>
                </a:solidFill>
                <a:latin typeface="Helvetica Neue"/>
                <a:ea typeface="Helvetica Neue"/>
                <a:cs typeface="Helvetica Neue"/>
              </a:defRPr>
            </a:pPr>
            <a:r>
              <a:rPr sz="975" b="1">
                <a:solidFill>
                  <a:srgbClr val="5F667A"/>
                </a:solidFill>
                <a:latin typeface="Helvetica Neue"/>
                <a:ea typeface="Helvetica Neue"/>
                <a:cs typeface="Helvetica Neue"/>
              </a:rPr>
              <a:t>06</a:t>
            </a:r>
          </a:p>
        </p:txBody>
      </p:sp>
    </p:spTree>
    <p:extLst>
      <p:ext uri="{BB962C8B-B14F-4D97-AF65-F5344CB8AC3E}">
        <p14:creationId xmlns:p14="http://schemas.microsoft.com/office/powerpoint/2010/main" val="165103080"/>
      </p:ext>
    </p:extLst>
  </p:cSld>
</p:sld>
</file>

<file path=ppt/slides/slide8.xml><?xml version="1.0" encoding="utf-8"?>
<p:sld xmlns:p="http://schemas.openxmlformats.org/presentationml/2006/main">
  <p:cSld>
    <p:bg>
      <p:bgPr>
        <a:solidFill xmlns:a="http://schemas.openxmlformats.org/drawingml/2006/main">
          <a:schemeClr val="tx1"/>
        </a:solidFill>
      </p:bgPr>
    </p:bg>
    <p:spTree>
      <p:nvGrpSpPr>
        <p:cNvPr id="1" name=""/>
        <p:cNvGrpSpPr/>
        <p:nvPr/>
      </p:nvGrpSpPr>
      <p:grpSpPr>
        <a:xfrm xmlns:a="http://schemas.openxmlformats.org/drawingml/2006/main"/>
      </p:grpSpPr>
      <p:sp>
        <p:nvSpPr>
          <p:cNvPr id="2" name="close-title">
            <a:extLst xmlns:a="http://schemas.openxmlformats.org/drawingml/2006/main">
              <a:ext uri="{FF2B5EF4-FFF2-40B4-BE49-F238E27FC236}">
                <a16:creationId xmlns:a16="http://schemas.microsoft.com/office/drawing/2014/main" id="{8F85FA59-78D7-42A8-B059-822931D16F9B}"/>
              </a:ext>
            </a:extLst>
          </p:cNvPr>
          <p:cNvSpPr>
            <a:spLocks xmlns:a="http://schemas.openxmlformats.org/drawingml/2006/main" noGrp="1"/>
          </p:cNvSpPr>
          <p:nvPr/>
        </p:nvSpPr>
        <p:spPr>
          <a:xfrm xmlns:a="http://schemas.openxmlformats.org/drawingml/2006/main">
            <a:off x="446315" y="258535"/>
            <a:ext cx="2601686"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a:bodyPr>
          <a:lstStyle xmlns:a="http://schemas.openxmlformats.org/drawingml/2006/main"/>
          <a:p xmlns:a="http://schemas.openxmlformats.org/drawingml/2006/main">
            <a:pPr>
              <a:buNone/>
              <a:defRPr sz="4350" b="1">
                <a:solidFill>
                  <a:srgbClr val="070B28"/>
                </a:solidFill>
                <a:latin typeface="Helvetica Neue"/>
                <a:ea typeface="Helvetica Neue"/>
                <a:cs typeface="Helvetica Neue"/>
              </a:defRPr>
            </a:pPr>
            <a:r>
              <a:rPr sz="4350" b="1">
                <a:solidFill>
                  <a:schemeClr val="bg1"/>
                </a:solidFill>
                <a:latin typeface="Helvetica Neue"/>
                <a:ea typeface="Helvetica Neue"/>
                <a:cs typeface="Helvetica Neue"/>
              </a:rPr>
              <a:t>Future</a:t>
            </a:r>
            <a:endParaRPr sz="4350" b="1">
              <a:solidFill>
                <a:schemeClr val="bg1"/>
              </a:solidFill>
              <a:latin typeface="Helvetica Neue"/>
              <a:ea typeface="Helvetica Neue"/>
              <a:cs typeface="Helvetica Neue"/>
            </a:endParaRPr>
          </a:p>
        </p:txBody>
      </p:sp>
      <p:sp>
        <p:nvSpPr>
          <p:cNvPr id="5" name="close-accent">
            <a:extLst xmlns:a="http://schemas.openxmlformats.org/drawingml/2006/main">
              <a:ext uri="{FF2B5EF4-FFF2-40B4-BE49-F238E27FC236}">
                <a16:creationId xmlns:a16="http://schemas.microsoft.com/office/drawing/2014/main" id="{F54AD143-6FCA-4954-9EC5-3FEB239BC121}"/>
              </a:ext>
            </a:extLst>
          </p:cNvPr>
          <p:cNvSpPr>
            <a:spLocks xmlns:a="http://schemas.openxmlformats.org/drawingml/2006/main" noGrp="1"/>
          </p:cNvSpPr>
          <p:nvPr/>
        </p:nvSpPr>
        <p:spPr>
          <a:xfrm xmlns:a="http://schemas.openxmlformats.org/drawingml/2006/main">
            <a:off x="10782300" y="1619250"/>
            <a:ext cx="800100" cy="3848100"/>
          </a:xfrm>
          <a:prstGeom xmlns:a="http://schemas.openxmlformats.org/drawingml/2006/main" prst="roundRect">
            <a:avLst>
              <a:gd name="adj" fmla="val 21429"/>
            </a:avLst>
          </a:prstGeom>
          <a:solidFill xmlns:a="http://schemas.openxmlformats.org/drawingml/2006/main">
            <a:srgbClr val="070B28"/>
          </a:solidFill>
          <a:ln xmlns:a="http://schemas.openxmlformats.org/drawingml/2006/main" w="0">
            <a:solidFill>
              <a:srgbClr val="070B28"/>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close-dot-1">
            <a:extLst xmlns:a="http://schemas.openxmlformats.org/drawingml/2006/main">
              <a:ext uri="{FF2B5EF4-FFF2-40B4-BE49-F238E27FC236}">
                <a16:creationId xmlns:a16="http://schemas.microsoft.com/office/drawing/2014/main" id="{40218CCD-B0FB-407C-853F-B032673F58B1}"/>
              </a:ext>
            </a:extLst>
          </p:cNvPr>
          <p:cNvSpPr>
            <a:spLocks xmlns:a="http://schemas.openxmlformats.org/drawingml/2006/main" noGrp="1"/>
          </p:cNvSpPr>
          <p:nvPr/>
        </p:nvSpPr>
        <p:spPr>
          <a:xfrm xmlns:a="http://schemas.openxmlformats.org/drawingml/2006/main">
            <a:off x="11020425" y="1971675"/>
            <a:ext cx="323850" cy="323850"/>
          </a:xfrm>
          <a:prstGeom xmlns:a="http://schemas.openxmlformats.org/drawingml/2006/main" prst="ellipse">
            <a:avLst/>
          </a:prstGeom>
          <a:solidFill xmlns:a="http://schemas.openxmlformats.org/drawingml/2006/main">
            <a:srgbClr val="68E2B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close-dot-2">
            <a:extLst xmlns:a="http://schemas.openxmlformats.org/drawingml/2006/main">
              <a:ext uri="{FF2B5EF4-FFF2-40B4-BE49-F238E27FC236}">
                <a16:creationId xmlns:a16="http://schemas.microsoft.com/office/drawing/2014/main" id="{7FAF001C-A98C-412E-8892-42C6B00B933F}"/>
              </a:ext>
            </a:extLst>
          </p:cNvPr>
          <p:cNvSpPr>
            <a:spLocks xmlns:a="http://schemas.openxmlformats.org/drawingml/2006/main" noGrp="1"/>
          </p:cNvSpPr>
          <p:nvPr/>
        </p:nvSpPr>
        <p:spPr>
          <a:xfrm xmlns:a="http://schemas.openxmlformats.org/drawingml/2006/main">
            <a:off x="11020425" y="2562225"/>
            <a:ext cx="323850" cy="323850"/>
          </a:xfrm>
          <a:prstGeom xmlns:a="http://schemas.openxmlformats.org/drawingml/2006/main" prst="ellipse">
            <a:avLst/>
          </a:prstGeom>
          <a:solidFill xmlns:a="http://schemas.openxmlformats.org/drawingml/2006/main">
            <a:srgbClr val="8A7C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close-dot-3">
            <a:extLst xmlns:a="http://schemas.openxmlformats.org/drawingml/2006/main">
              <a:ext uri="{FF2B5EF4-FFF2-40B4-BE49-F238E27FC236}">
                <a16:creationId xmlns:a16="http://schemas.microsoft.com/office/drawing/2014/main" id="{9C7D99F0-EBD5-438E-BE3E-759FF34EF0FE}"/>
              </a:ext>
            </a:extLst>
          </p:cNvPr>
          <p:cNvSpPr>
            <a:spLocks xmlns:a="http://schemas.openxmlformats.org/drawingml/2006/main" noGrp="1"/>
          </p:cNvSpPr>
          <p:nvPr/>
        </p:nvSpPr>
        <p:spPr>
          <a:xfrm xmlns:a="http://schemas.openxmlformats.org/drawingml/2006/main">
            <a:off x="11020425" y="3152775"/>
            <a:ext cx="323850" cy="323850"/>
          </a:xfrm>
          <a:prstGeom xmlns:a="http://schemas.openxmlformats.org/drawingml/2006/main" prst="ellipse">
            <a:avLst/>
          </a:prstGeom>
          <a:solidFill xmlns:a="http://schemas.openxmlformats.org/drawingml/2006/main">
            <a:srgbClr val="FF857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0" name="TextBox 9">
            <a:extLst xmlns:a="http://schemas.openxmlformats.org/drawingml/2006/main">
              <a:ext uri="{FF2B5EF4-FFF2-40B4-BE49-F238E27FC236}">
                <a16:creationId xmlns:a16="http://schemas.microsoft.com/office/drawing/2014/main" id="{A9F7E87D-3E00-85E3-0070-FD086794DE37}"/>
              </a:ext>
            </a:extLst>
          </p:cNvPr>
          <p:cNvSpPr>
            <a:spLocks xmlns:a="http://schemas.openxmlformats.org/drawingml/2006/main" noGrp="1"/>
          </p:cNvSpPr>
          <p:nvPr/>
        </p:nvSpPr>
        <p:spPr>
          <a:xfrm xmlns:a="http://schemas.openxmlformats.org/drawingml/2006/main">
            <a:off x="979714" y="1404257"/>
            <a:ext cx="7452361" cy="507831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a:solidFill>
                  <a:schemeClr val="bg1"/>
                </a:solidFill>
              </a:rPr>
              <a:t>RoleCallAI can grow into a complete meeting platform with:</a:t>
            </a:r>
          </a:p>
          <a:p xmlns:a="http://schemas.openxmlformats.org/drawingml/2006/main">
            <a:pPr marL="285750" lvl="0" indent="-285750">
              <a:lnSpc>
                <a:spcPct val="200000"/>
              </a:lnSpc>
              <a:buFont typeface="Arial"/>
              <a:buChar char="•"/>
            </a:pPr>
            <a:r>
              <a:rPr>
                <a:solidFill>
                  <a:srgbClr val="69E2BE"/>
                </a:solidFill>
              </a:rPr>
              <a:t>MCP tools for Jira, Calendar, Gmail, and Drive</a:t>
            </a:r>
          </a:p>
          <a:p xmlns:a="http://schemas.openxmlformats.org/drawingml/2006/main">
            <a:pPr marL="285750" lvl="0" indent="-285750">
              <a:lnSpc>
                <a:spcPct val="200000"/>
              </a:lnSpc>
              <a:buFont typeface="Arial"/>
              <a:buChar char="•"/>
            </a:pPr>
            <a:r>
              <a:rPr>
                <a:solidFill>
                  <a:srgbClr val="69E2BE"/>
                </a:solidFill>
              </a:rPr>
              <a:t>Meeting integrations for Google Meet, Webex, and Zoom</a:t>
            </a:r>
          </a:p>
          <a:p xmlns:a="http://schemas.openxmlformats.org/drawingml/2006/main">
            <a:pPr marL="285750" lvl="0" indent="-285750">
              <a:lnSpc>
                <a:spcPct val="200000"/>
              </a:lnSpc>
              <a:buFont typeface="Arial"/>
              <a:buChar char="•"/>
            </a:pPr>
            <a:r>
              <a:rPr>
                <a:solidFill>
                  <a:srgbClr val="69E2BE"/>
                </a:solidFill>
              </a:rPr>
              <a:t>Connected task management and collaboration</a:t>
            </a:r>
          </a:p>
          <a:p xmlns:a="http://schemas.openxmlformats.org/drawingml/2006/main">
            <a:pPr marL="285750" lvl="0" indent="-285750">
              <a:lnSpc>
                <a:spcPct val="200000"/>
              </a:lnSpc>
              <a:buFont typeface="Arial"/>
              <a:buChar char="•"/>
            </a:pPr>
            <a:r>
              <a:rPr>
                <a:solidFill>
                  <a:srgbClr val="8A7DFF"/>
                </a:solidFill>
              </a:rPr>
              <a:t>Automated decision, risk, blocker, and action tracking</a:t>
            </a:r>
          </a:p>
          <a:p xmlns:a="http://schemas.openxmlformats.org/drawingml/2006/main">
            <a:pPr marL="285750" lvl="0" indent="-285750">
              <a:lnSpc>
                <a:spcPct val="200000"/>
              </a:lnSpc>
              <a:buFont typeface="Arial"/>
              <a:buChar char="•"/>
            </a:pPr>
            <a:r>
              <a:rPr>
                <a:solidFill>
                  <a:srgbClr val="8A7DFF"/>
                </a:solidFill>
              </a:rPr>
              <a:t>Multilingual voice support</a:t>
            </a:r>
          </a:p>
          <a:p xmlns:a="http://schemas.openxmlformats.org/drawingml/2006/main">
            <a:pPr marL="285750" lvl="0" indent="-285750">
              <a:lnSpc>
                <a:spcPct val="200000"/>
              </a:lnSpc>
              <a:buFont typeface="Arial"/>
              <a:buChar char="•"/>
            </a:pPr>
            <a:r>
              <a:rPr>
                <a:solidFill>
                  <a:srgbClr val="8A7DFF"/>
                </a:solidFill>
              </a:rPr>
              <a:t>Custom voices and communication styles</a:t>
            </a:r>
          </a:p>
          <a:p xmlns:a="http://schemas.openxmlformats.org/drawingml/2006/main">
            <a:pPr marL="285750" lvl="0" indent="-285750">
              <a:lnSpc>
                <a:spcPct val="200000"/>
              </a:lnSpc>
              <a:buFont typeface="Arial"/>
              <a:buChar char="•"/>
            </a:pPr>
            <a:r>
              <a:rPr>
                <a:solidFill>
                  <a:srgbClr val="FF847B"/>
                </a:solidFill>
              </a:rPr>
              <a:t>Post-meeting analytics and coaching</a:t>
            </a:r>
          </a:p>
          <a:p xmlns:a="http://schemas.openxmlformats.org/drawingml/2006/main">
            <a:pPr marL="285750" lvl="0" indent="-285750">
              <a:lnSpc>
                <a:spcPct val="200000"/>
              </a:lnSpc>
              <a:buFont typeface="Arial"/>
              <a:buChar char="•"/>
            </a:pPr>
            <a:r>
              <a:rPr>
                <a:solidFill>
                  <a:srgbClr val="FF847B"/>
                </a:solidFill>
              </a:rPr>
              <a:t>Enterprise identity, privacy, and governance</a:t>
            </a:r>
          </a:p>
          <a:p xmlns:a="http://schemas.openxmlformats.org/drawingml/2006/main">
            <a:endParaRPr>
              <a:solidFill>
                <a:schemeClr val="bg1"/>
              </a:solidFill>
            </a:endParaRPr>
          </a:p>
        </p:txBody>
      </p:sp>
    </p:spTree>
    <p:extLst>
      <p:ext uri="{BB962C8B-B14F-4D97-AF65-F5344CB8AC3E}">
        <p14:creationId xmlns:p14="http://schemas.microsoft.com/office/powerpoint/2010/main" val="1071903260"/>
      </p:ext>
    </p:extLst>
  </p:cSld>
</p:sld>
</file>

<file path=ppt/slides/slide9.xml><?xml version="1.0" encoding="utf-8"?>
<p:sld xmlns:p="http://schemas.openxmlformats.org/presentationml/2006/main">
  <p:cSld>
    <p:bg>
      <p:bgPr>
        <a:solidFill xmlns:a="http://schemas.openxmlformats.org/drawingml/2006/main">
          <a:schemeClr val="tx1"/>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F69CD82-ACC2-316F-827B-3719CA97BACB}"/>
              </a:ext>
            </a:extLst>
          </p:cNvPr>
          <p:cNvSpPr>
            <a:spLocks xmlns:a="http://schemas.openxmlformats.org/drawingml/2006/main" noGrp="1"/>
          </p:cNvSpPr>
          <p:nvPr/>
        </p:nvSpPr>
        <p:spPr>
          <a:xfrm xmlns:a="http://schemas.openxmlformats.org/drawingml/2006/main">
            <a:off x="1714500" y="2571750"/>
            <a:ext cx="8763000" cy="13335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4400">
                <a:solidFill>
                  <a:schemeClr val="bg1"/>
                </a:solidFill>
              </a:rPr>
              <a:t>Let AI lead the conversation forward.</a:t>
            </a:r>
          </a:p>
        </p:txBody>
      </p:sp>
    </p:spTree>
    <p:extLst>
      <p:ext uri="{BB962C8B-B14F-4D97-AF65-F5344CB8AC3E}">
        <p14:creationId xmlns:p14="http://schemas.microsoft.com/office/powerpoint/2010/main" val="835373387"/>
      </p:ext>
    </p:extLst>
  </p:cSld>
</p:sld>
</file>

<file path=ppt/theme/theme1.xml><?xml version="1.0" encoding="utf-8"?>
<a:theme xmlns:a="http://schemas.openxmlformats.org/drawingml/2006/main" name="Dune">
  <a:themeElements>
    <a:clrScheme name="Dune">
      <a:dk1>
        <a:srgbClr val="131313"/>
      </a:dk1>
      <a:lt1>
        <a:sysClr val="window" lastClr="FFFFFF"/>
      </a:lt1>
      <a:dk2>
        <a:srgbClr val="272D2B"/>
      </a:dk2>
      <a:lt2>
        <a:srgbClr val="F0EDE6"/>
      </a:lt2>
      <a:accent1>
        <a:srgbClr val="647E6B"/>
      </a:accent1>
      <a:accent2>
        <a:srgbClr val="476262"/>
      </a:accent2>
      <a:accent3>
        <a:srgbClr val="9B8C69"/>
      </a:accent3>
      <a:accent4>
        <a:srgbClr val="BA988C"/>
      </a:accent4>
      <a:accent5>
        <a:srgbClr val="A27C7C"/>
      </a:accent5>
      <a:accent6>
        <a:srgbClr val="79958B"/>
      </a:accent6>
      <a:hlink>
        <a:srgbClr val="476262"/>
      </a:hlink>
      <a:folHlink>
        <a:srgbClr val="A27C7C"/>
      </a:folHlink>
    </a:clrScheme>
    <a:fontScheme name="Neue Haas">
      <a:majorFont>
        <a:latin typeface="Neue Haas Grotesk Text Pro"/>
        <a:ea typeface=""/>
        <a:cs typeface=""/>
      </a:majorFont>
      <a:minorFont>
        <a:latin typeface="Neue Haas Grotesk Text Pro"/>
        <a:ea typeface=""/>
        <a:cs typeface=""/>
      </a:minorFont>
    </a:fontScheme>
    <a:fmtScheme name="Dun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2026-08-31T15:27:46.1890000Z</dcterms:created>
  <dcterms:modified xsi:type="dcterms:W3CDTF">2026-08-31T15:27:46.1890000Z</dcterms:modified>
</coreProperties>
</file>